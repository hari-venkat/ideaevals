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46" r:id="rId4"/>
    <p:sldMasterId id="2147484084" r:id="rId5"/>
    <p:sldMasterId id="2147484086" r:id="rId6"/>
    <p:sldMasterId id="2147484090" r:id="rId7"/>
  </p:sldMasterIdLst>
  <p:notesMasterIdLst>
    <p:notesMasterId r:id="rId14"/>
  </p:notesMasterIdLst>
  <p:handoutMasterIdLst>
    <p:handoutMasterId r:id="rId15"/>
  </p:handoutMasterIdLst>
  <p:sldIdLst>
    <p:sldId id="2147375689" r:id="rId8"/>
    <p:sldId id="2147471916" r:id="rId9"/>
    <p:sldId id="2147483628" r:id="rId10"/>
    <p:sldId id="2147483629" r:id="rId11"/>
    <p:sldId id="2147481069" r:id="rId12"/>
    <p:sldId id="2147483627" r:id="rId1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  <p:cmAuthor id="3" name="Rahul  Jangra" initials="RJ" lastIdx="1" clrIdx="2">
    <p:extLst>
      <p:ext uri="{19B8F6BF-5375-455C-9EA6-DF929625EA0E}">
        <p15:presenceInfo xmlns:p15="http://schemas.microsoft.com/office/powerpoint/2012/main" userId="S::128441@TCS.com::ed7222ed-1e92-41a6-b899-bfa9852785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FA8006"/>
    <a:srgbClr val="ECE6F1"/>
    <a:srgbClr val="3D86C6"/>
    <a:srgbClr val="EF3E36"/>
    <a:srgbClr val="323049"/>
    <a:srgbClr val="93478C"/>
    <a:srgbClr val="724698"/>
    <a:srgbClr val="FFFFFF"/>
    <a:srgbClr val="29A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705B7-C8BF-4B46-863C-622E69792782}" v="23" dt="2025-05-25T10:36:29.439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 autoAdjust="0"/>
    <p:restoredTop sz="87823" autoAdjust="0"/>
  </p:normalViewPr>
  <p:slideViewPr>
    <p:cSldViewPr snapToGrid="0" snapToObjects="1">
      <p:cViewPr varScale="1">
        <p:scale>
          <a:sx n="73" d="100"/>
          <a:sy n="73" d="100"/>
        </p:scale>
        <p:origin x="1312" y="52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3" d="100"/>
          <a:sy n="93" d="100"/>
        </p:scale>
        <p:origin x="36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 Jangra" userId="ed7222ed-1e92-41a6-b899-bfa985278571" providerId="ADAL" clId="{AD8B3E51-2F5C-4133-B357-A20BA3174914}"/>
    <pc:docChg chg="undo custSel addSld delSld modSld delMainMaster">
      <pc:chgData name="Rahul  Jangra" userId="ed7222ed-1e92-41a6-b899-bfa985278571" providerId="ADAL" clId="{AD8B3E51-2F5C-4133-B357-A20BA3174914}" dt="2025-04-22T14:15:07.931" v="1865" actId="1076"/>
      <pc:docMkLst>
        <pc:docMk/>
      </pc:docMkLst>
      <pc:sldChg chg="addSp modSp mod">
        <pc:chgData name="Rahul  Jangra" userId="ed7222ed-1e92-41a6-b899-bfa985278571" providerId="ADAL" clId="{AD8B3E51-2F5C-4133-B357-A20BA3174914}" dt="2025-04-22T13:56:12.475" v="1771" actId="113"/>
        <pc:sldMkLst>
          <pc:docMk/>
          <pc:sldMk cId="4194376649" sldId="2142533094"/>
        </pc:sldMkLst>
      </pc:sldChg>
      <pc:sldChg chg="modSp mod">
        <pc:chgData name="Rahul  Jangra" userId="ed7222ed-1e92-41a6-b899-bfa985278571" providerId="ADAL" clId="{AD8B3E51-2F5C-4133-B357-A20BA3174914}" dt="2025-04-22T13:50:27.404" v="1770" actId="20577"/>
        <pc:sldMkLst>
          <pc:docMk/>
          <pc:sldMk cId="447582858" sldId="2147471916"/>
        </pc:sldMkLst>
        <pc:spChg chg="mod">
          <ac:chgData name="Rahul  Jangra" userId="ed7222ed-1e92-41a6-b899-bfa985278571" providerId="ADAL" clId="{AD8B3E51-2F5C-4133-B357-A20BA3174914}" dt="2025-04-22T13:42:04.264" v="1759" actId="113"/>
          <ac:spMkLst>
            <pc:docMk/>
            <pc:sldMk cId="447582858" sldId="2147471916"/>
            <ac:spMk id="5" creationId="{CE24C549-9D8F-77C5-4E4E-1230A0157430}"/>
          </ac:spMkLst>
        </pc:spChg>
        <pc:spChg chg="mod">
          <ac:chgData name="Rahul  Jangra" userId="ed7222ed-1e92-41a6-b899-bfa985278571" providerId="ADAL" clId="{AD8B3E51-2F5C-4133-B357-A20BA3174914}" dt="2025-04-22T13:50:27.404" v="1770" actId="20577"/>
          <ac:spMkLst>
            <pc:docMk/>
            <pc:sldMk cId="447582858" sldId="2147471916"/>
            <ac:spMk id="6" creationId="{EE339291-6202-B23A-57E3-6306C198A428}"/>
          </ac:spMkLst>
        </pc:spChg>
        <pc:spChg chg="mod">
          <ac:chgData name="Rahul  Jangra" userId="ed7222ed-1e92-41a6-b899-bfa985278571" providerId="ADAL" clId="{AD8B3E51-2F5C-4133-B357-A20BA3174914}" dt="2025-04-22T13:41:52.516" v="1757" actId="207"/>
          <ac:spMkLst>
            <pc:docMk/>
            <pc:sldMk cId="447582858" sldId="2147471916"/>
            <ac:spMk id="20" creationId="{DB5BF7E3-C1CF-B38C-4824-3BC1764E600E}"/>
          </ac:spMkLst>
        </pc:spChg>
      </pc:sldChg>
      <pc:sldChg chg="addSp delSp modSp add mod">
        <pc:chgData name="Rahul  Jangra" userId="ed7222ed-1e92-41a6-b899-bfa985278571" providerId="ADAL" clId="{AD8B3E51-2F5C-4133-B357-A20BA3174914}" dt="2025-04-22T14:10:38.624" v="1860" actId="20577"/>
        <pc:sldMkLst>
          <pc:docMk/>
          <pc:sldMk cId="2603467764" sldId="2147481069"/>
        </pc:sldMkLst>
        <pc:spChg chg="add mod">
          <ac:chgData name="Rahul  Jangra" userId="ed7222ed-1e92-41a6-b899-bfa985278571" providerId="ADAL" clId="{AD8B3E51-2F5C-4133-B357-A20BA3174914}" dt="2025-04-18T13:03:08.038" v="557"/>
          <ac:spMkLst>
            <pc:docMk/>
            <pc:sldMk cId="2603467764" sldId="2147481069"/>
            <ac:spMk id="3" creationId="{ADE104AE-AE69-B4B4-5AF0-507E99CC1CAF}"/>
          </ac:spMkLst>
        </pc:spChg>
        <pc:spChg chg="add mod">
          <ac:chgData name="Rahul  Jangra" userId="ed7222ed-1e92-41a6-b899-bfa985278571" providerId="ADAL" clId="{AD8B3E51-2F5C-4133-B357-A20BA3174914}" dt="2025-04-22T14:10:38.624" v="1860" actId="20577"/>
          <ac:spMkLst>
            <pc:docMk/>
            <pc:sldMk cId="2603467764" sldId="2147481069"/>
            <ac:spMk id="4" creationId="{FB80635B-8D30-6FA2-15C1-1F686E3AEACC}"/>
          </ac:spMkLst>
        </pc:spChg>
        <pc:spChg chg="mod">
          <ac:chgData name="Rahul  Jangra" userId="ed7222ed-1e92-41a6-b899-bfa985278571" providerId="ADAL" clId="{AD8B3E51-2F5C-4133-B357-A20BA3174914}" dt="2025-04-18T12:54:58.246" v="367" actId="20577"/>
          <ac:spMkLst>
            <pc:docMk/>
            <pc:sldMk cId="2603467764" sldId="2147481069"/>
            <ac:spMk id="13" creationId="{00000000-0000-0000-0000-000000000000}"/>
          </ac:spMkLst>
        </pc:spChg>
        <pc:spChg chg="mod">
          <ac:chgData name="Rahul  Jangra" userId="ed7222ed-1e92-41a6-b899-bfa985278571" providerId="ADAL" clId="{AD8B3E51-2F5C-4133-B357-A20BA3174914}" dt="2025-04-18T12:56:39.585" v="387" actId="20577"/>
          <ac:spMkLst>
            <pc:docMk/>
            <pc:sldMk cId="2603467764" sldId="2147481069"/>
            <ac:spMk id="23" creationId="{95E1BFF2-221A-3CA9-D46E-DC16DD254E32}"/>
          </ac:spMkLst>
        </pc:spChg>
        <pc:spChg chg="mod">
          <ac:chgData name="Rahul  Jangra" userId="ed7222ed-1e92-41a6-b899-bfa985278571" providerId="ADAL" clId="{AD8B3E51-2F5C-4133-B357-A20BA3174914}" dt="2025-04-18T13:02:37.980" v="556" actId="20577"/>
          <ac:spMkLst>
            <pc:docMk/>
            <pc:sldMk cId="2603467764" sldId="2147481069"/>
            <ac:spMk id="24" creationId="{96B11150-9410-64F2-195A-D7A1D64C2E24}"/>
          </ac:spMkLst>
        </pc:spChg>
        <pc:spChg chg="mod">
          <ac:chgData name="Rahul  Jangra" userId="ed7222ed-1e92-41a6-b899-bfa985278571" providerId="ADAL" clId="{AD8B3E51-2F5C-4133-B357-A20BA3174914}" dt="2025-04-18T13:02:16.998" v="548" actId="20577"/>
          <ac:spMkLst>
            <pc:docMk/>
            <pc:sldMk cId="2603467764" sldId="2147481069"/>
            <ac:spMk id="25" creationId="{B15A3CB7-F74A-9B34-56E5-D4DBDFF18733}"/>
          </ac:spMkLst>
        </pc:spChg>
        <pc:spChg chg="mod">
          <ac:chgData name="Rahul  Jangra" userId="ed7222ed-1e92-41a6-b899-bfa985278571" providerId="ADAL" clId="{AD8B3E51-2F5C-4133-B357-A20BA3174914}" dt="2025-04-18T13:00:53.156" v="527" actId="20577"/>
          <ac:spMkLst>
            <pc:docMk/>
            <pc:sldMk cId="2603467764" sldId="2147481069"/>
            <ac:spMk id="30" creationId="{7EC51F2D-F8BA-8F0A-8DAE-8F93F17180EA}"/>
          </ac:spMkLst>
        </pc:spChg>
        <pc:spChg chg="mod">
          <ac:chgData name="Rahul  Jangra" userId="ed7222ed-1e92-41a6-b899-bfa985278571" providerId="ADAL" clId="{AD8B3E51-2F5C-4133-B357-A20BA3174914}" dt="2025-04-18T12:56:05.801" v="375" actId="20577"/>
          <ac:spMkLst>
            <pc:docMk/>
            <pc:sldMk cId="2603467764" sldId="2147481069"/>
            <ac:spMk id="231" creationId="{988F0FBD-6C59-718B-8016-535E261DC883}"/>
          </ac:spMkLst>
        </pc:spChg>
        <pc:spChg chg="add mod">
          <ac:chgData name="Rahul  Jangra" userId="ed7222ed-1e92-41a6-b899-bfa985278571" providerId="ADAL" clId="{AD8B3E51-2F5C-4133-B357-A20BA3174914}" dt="2025-04-18T13:03:24.568" v="558"/>
          <ac:spMkLst>
            <pc:docMk/>
            <pc:sldMk cId="2603467764" sldId="2147481069"/>
            <ac:spMk id="234" creationId="{E595230A-BF60-0A66-CD32-74739F418AF5}"/>
          </ac:spMkLst>
        </pc:spChg>
        <pc:grpChg chg="mod">
          <ac:chgData name="Rahul  Jangra" userId="ed7222ed-1e92-41a6-b899-bfa985278571" providerId="ADAL" clId="{AD8B3E51-2F5C-4133-B357-A20BA3174914}" dt="2025-04-18T13:03:44.076" v="637" actId="1038"/>
          <ac:grpSpMkLst>
            <pc:docMk/>
            <pc:sldMk cId="2603467764" sldId="2147481069"/>
            <ac:grpSpMk id="238" creationId="{547359F2-BB6C-B195-543D-E33C1CF3FA5D}"/>
          </ac:grpSpMkLst>
        </pc:grpChg>
        <pc:graphicFrameChg chg="mod">
          <ac:chgData name="Rahul  Jangra" userId="ed7222ed-1e92-41a6-b899-bfa985278571" providerId="ADAL" clId="{AD8B3E51-2F5C-4133-B357-A20BA3174914}" dt="2025-04-18T12:59:34.356" v="525" actId="14100"/>
          <ac:graphicFrameMkLst>
            <pc:docMk/>
            <pc:sldMk cId="2603467764" sldId="2147481069"/>
            <ac:graphicFrameMk id="233" creationId="{C0542A89-EA5A-E1BE-A630-421522310671}"/>
          </ac:graphicFrameMkLst>
        </pc:graphicFrameChg>
      </pc:sldChg>
      <pc:sldChg chg="addSp delSp modSp add mod">
        <pc:chgData name="Rahul  Jangra" userId="ed7222ed-1e92-41a6-b899-bfa985278571" providerId="ADAL" clId="{AD8B3E51-2F5C-4133-B357-A20BA3174914}" dt="2025-04-22T08:28:18.112" v="1651" actId="1076"/>
        <pc:sldMkLst>
          <pc:docMk/>
          <pc:sldMk cId="1037862733" sldId="2147481869"/>
        </pc:sldMkLst>
      </pc:sldChg>
      <pc:sldChg chg="addSp delSp modSp new mod modAnim">
        <pc:chgData name="Rahul  Jangra" userId="ed7222ed-1e92-41a6-b899-bfa985278571" providerId="ADAL" clId="{AD8B3E51-2F5C-4133-B357-A20BA3174914}" dt="2025-04-22T14:15:07.931" v="1865" actId="1076"/>
        <pc:sldMkLst>
          <pc:docMk/>
          <pc:sldMk cId="888876227" sldId="2147483628"/>
        </pc:sldMkLst>
        <pc:spChg chg="mod">
          <ac:chgData name="Rahul  Jangra" userId="ed7222ed-1e92-41a6-b899-bfa985278571" providerId="ADAL" clId="{AD8B3E51-2F5C-4133-B357-A20BA3174914}" dt="2025-04-19T08:11:44.814" v="1004" actId="20577"/>
          <ac:spMkLst>
            <pc:docMk/>
            <pc:sldMk cId="888876227" sldId="2147483628"/>
            <ac:spMk id="2" creationId="{D24A6B25-9EAC-2E2B-8514-07BFD0BE984F}"/>
          </ac:spMkLst>
        </pc:spChg>
        <pc:spChg chg="add mod">
          <ac:chgData name="Rahul  Jangra" userId="ed7222ed-1e92-41a6-b899-bfa985278571" providerId="ADAL" clId="{AD8B3E51-2F5C-4133-B357-A20BA3174914}" dt="2025-04-22T14:15:07.931" v="1865" actId="1076"/>
          <ac:spMkLst>
            <pc:docMk/>
            <pc:sldMk cId="888876227" sldId="2147483628"/>
            <ac:spMk id="5" creationId="{94C818D2-1BB6-160E-6D2F-771DE6CF6303}"/>
          </ac:spMkLst>
        </pc:spChg>
        <pc:spChg chg="add mod">
          <ac:chgData name="Rahul  Jangra" userId="ed7222ed-1e92-41a6-b899-bfa985278571" providerId="ADAL" clId="{AD8B3E51-2F5C-4133-B357-A20BA3174914}" dt="2025-04-22T08:20:56.629" v="1557" actId="1076"/>
          <ac:spMkLst>
            <pc:docMk/>
            <pc:sldMk cId="888876227" sldId="2147483628"/>
            <ac:spMk id="7" creationId="{DA37FB89-336E-2592-653F-5B8A163552B7}"/>
          </ac:spMkLst>
        </pc:spChg>
        <pc:spChg chg="add mod">
          <ac:chgData name="Rahul  Jangra" userId="ed7222ed-1e92-41a6-b899-bfa985278571" providerId="ADAL" clId="{AD8B3E51-2F5C-4133-B357-A20BA3174914}" dt="2025-04-18T12:27:45.906" v="67" actId="20577"/>
          <ac:spMkLst>
            <pc:docMk/>
            <pc:sldMk cId="888876227" sldId="2147483628"/>
            <ac:spMk id="8" creationId="{E1FBE138-F25F-A673-FE64-A67C0B89F049}"/>
          </ac:spMkLst>
        </pc:spChg>
        <pc:spChg chg="add mod">
          <ac:chgData name="Rahul  Jangra" userId="ed7222ed-1e92-41a6-b899-bfa985278571" providerId="ADAL" clId="{AD8B3E51-2F5C-4133-B357-A20BA3174914}" dt="2025-04-18T13:09:40.396" v="689" actId="108"/>
          <ac:spMkLst>
            <pc:docMk/>
            <pc:sldMk cId="888876227" sldId="2147483628"/>
            <ac:spMk id="9" creationId="{F734B7AB-3C6C-C285-5EDD-D3C73CE2B42E}"/>
          </ac:spMkLst>
        </pc:spChg>
        <pc:spChg chg="add mod">
          <ac:chgData name="Rahul  Jangra" userId="ed7222ed-1e92-41a6-b899-bfa985278571" providerId="ADAL" clId="{AD8B3E51-2F5C-4133-B357-A20BA3174914}" dt="2025-04-18T12:28:05.700" v="78" actId="1076"/>
          <ac:spMkLst>
            <pc:docMk/>
            <pc:sldMk cId="888876227" sldId="2147483628"/>
            <ac:spMk id="10" creationId="{28635692-AA25-9328-DAA9-96CE1F91B2BC}"/>
          </ac:spMkLst>
        </pc:spChg>
        <pc:spChg chg="add mod">
          <ac:chgData name="Rahul  Jangra" userId="ed7222ed-1e92-41a6-b899-bfa985278571" providerId="ADAL" clId="{AD8B3E51-2F5C-4133-B357-A20BA3174914}" dt="2025-04-18T12:28:43.627" v="104" actId="108"/>
          <ac:spMkLst>
            <pc:docMk/>
            <pc:sldMk cId="888876227" sldId="2147483628"/>
            <ac:spMk id="11" creationId="{9C30FCA9-1DA6-761F-6BED-815F89F7564B}"/>
          </ac:spMkLst>
        </pc:spChg>
        <pc:spChg chg="add mod">
          <ac:chgData name="Rahul  Jangra" userId="ed7222ed-1e92-41a6-b899-bfa985278571" providerId="ADAL" clId="{AD8B3E51-2F5C-4133-B357-A20BA3174914}" dt="2025-04-22T13:30:28.495" v="1726" actId="1076"/>
          <ac:spMkLst>
            <pc:docMk/>
            <pc:sldMk cId="888876227" sldId="2147483628"/>
            <ac:spMk id="12" creationId="{AD54FB22-64C5-F3CF-D094-6625406F09B6}"/>
          </ac:spMkLst>
        </pc:spChg>
        <pc:spChg chg="add mod">
          <ac:chgData name="Rahul  Jangra" userId="ed7222ed-1e92-41a6-b899-bfa985278571" providerId="ADAL" clId="{AD8B3E51-2F5C-4133-B357-A20BA3174914}" dt="2025-04-18T12:32:57.729" v="142" actId="1076"/>
          <ac:spMkLst>
            <pc:docMk/>
            <pc:sldMk cId="888876227" sldId="2147483628"/>
            <ac:spMk id="25" creationId="{1B026D2A-37EE-81C3-9751-9F94D70D4B81}"/>
          </ac:spMkLst>
        </pc:spChg>
        <pc:spChg chg="add mod">
          <ac:chgData name="Rahul  Jangra" userId="ed7222ed-1e92-41a6-b899-bfa985278571" providerId="ADAL" clId="{AD8B3E51-2F5C-4133-B357-A20BA3174914}" dt="2025-04-22T06:37:21.125" v="1374" actId="20577"/>
          <ac:spMkLst>
            <pc:docMk/>
            <pc:sldMk cId="888876227" sldId="2147483628"/>
            <ac:spMk id="27" creationId="{1F92DFC4-0D7D-A373-B707-FB53823ADD22}"/>
          </ac:spMkLst>
        </pc:spChg>
        <pc:spChg chg="add mod">
          <ac:chgData name="Rahul  Jangra" userId="ed7222ed-1e92-41a6-b899-bfa985278571" providerId="ADAL" clId="{AD8B3E51-2F5C-4133-B357-A20BA3174914}" dt="2025-04-18T12:51:31.450" v="361" actId="207"/>
          <ac:spMkLst>
            <pc:docMk/>
            <pc:sldMk cId="888876227" sldId="2147483628"/>
            <ac:spMk id="34" creationId="{7C392D60-3A23-2695-EE86-16AE53AF3D66}"/>
          </ac:spMkLst>
        </pc:spChg>
        <pc:spChg chg="add mod">
          <ac:chgData name="Rahul  Jangra" userId="ed7222ed-1e92-41a6-b899-bfa985278571" providerId="ADAL" clId="{AD8B3E51-2F5C-4133-B357-A20BA3174914}" dt="2025-04-22T08:17:32.895" v="1524" actId="20577"/>
          <ac:spMkLst>
            <pc:docMk/>
            <pc:sldMk cId="888876227" sldId="2147483628"/>
            <ac:spMk id="35" creationId="{DCBEA3D9-DE31-FF36-FF08-4C071DA8AEC9}"/>
          </ac:spMkLst>
        </pc:spChg>
        <pc:spChg chg="add mod">
          <ac:chgData name="Rahul  Jangra" userId="ed7222ed-1e92-41a6-b899-bfa985278571" providerId="ADAL" clId="{AD8B3E51-2F5C-4133-B357-A20BA3174914}" dt="2025-04-22T08:19:32.873" v="1544" actId="20577"/>
          <ac:spMkLst>
            <pc:docMk/>
            <pc:sldMk cId="888876227" sldId="2147483628"/>
            <ac:spMk id="37" creationId="{5DA51267-10E2-2A94-F953-562C022590AE}"/>
          </ac:spMkLst>
        </pc:spChg>
        <pc:spChg chg="add mod">
          <ac:chgData name="Rahul  Jangra" userId="ed7222ed-1e92-41a6-b899-bfa985278571" providerId="ADAL" clId="{AD8B3E51-2F5C-4133-B357-A20BA3174914}" dt="2025-04-22T08:21:22.422" v="1577" actId="122"/>
          <ac:spMkLst>
            <pc:docMk/>
            <pc:sldMk cId="888876227" sldId="2147483628"/>
            <ac:spMk id="49" creationId="{627EA466-9674-B3F9-FAF4-6E8F865F2F27}"/>
          </ac:spMkLst>
        </pc:spChg>
        <pc:spChg chg="add mod">
          <ac:chgData name="Rahul  Jangra" userId="ed7222ed-1e92-41a6-b899-bfa985278571" providerId="ADAL" clId="{AD8B3E51-2F5C-4133-B357-A20BA3174914}" dt="2025-04-18T13:04:14.047" v="651" actId="1076"/>
          <ac:spMkLst>
            <pc:docMk/>
            <pc:sldMk cId="888876227" sldId="2147483628"/>
            <ac:spMk id="57" creationId="{1EE35F55-83D7-FD12-15B3-1EAFA9549461}"/>
          </ac:spMkLst>
        </pc:spChg>
        <pc:picChg chg="add mod">
          <ac:chgData name="Rahul  Jangra" userId="ed7222ed-1e92-41a6-b899-bfa985278571" providerId="ADAL" clId="{AD8B3E51-2F5C-4133-B357-A20BA3174914}" dt="2025-04-19T12:15:52.063" v="1080" actId="1035"/>
          <ac:picMkLst>
            <pc:docMk/>
            <pc:sldMk cId="888876227" sldId="2147483628"/>
            <ac:picMk id="6" creationId="{0C8805D1-D916-C866-2733-03F0D0623A1C}"/>
          </ac:picMkLst>
        </pc:picChg>
        <pc:picChg chg="add mod">
          <ac:chgData name="Rahul  Jangra" userId="ed7222ed-1e92-41a6-b899-bfa985278571" providerId="ADAL" clId="{AD8B3E51-2F5C-4133-B357-A20BA3174914}" dt="2025-04-18T12:32:28.296" v="132" actId="207"/>
          <ac:picMkLst>
            <pc:docMk/>
            <pc:sldMk cId="888876227" sldId="2147483628"/>
            <ac:picMk id="13" creationId="{32E56C80-1727-C1D8-CB65-42C47225F7E4}"/>
          </ac:picMkLst>
        </pc:picChg>
        <pc:picChg chg="add mod">
          <ac:chgData name="Rahul  Jangra" userId="ed7222ed-1e92-41a6-b899-bfa985278571" providerId="ADAL" clId="{AD8B3E51-2F5C-4133-B357-A20BA3174914}" dt="2025-04-22T08:19:13.010" v="1532" actId="1038"/>
          <ac:picMkLst>
            <pc:docMk/>
            <pc:sldMk cId="888876227" sldId="2147483628"/>
            <ac:picMk id="21" creationId="{23F5F898-9FE5-0164-725D-A094FDCCAF94}"/>
          </ac:picMkLst>
        </pc:picChg>
        <pc:cxnChg chg="add">
          <ac:chgData name="Rahul  Jangra" userId="ed7222ed-1e92-41a6-b899-bfa985278571" providerId="ADAL" clId="{AD8B3E51-2F5C-4133-B357-A20BA3174914}" dt="2025-04-18T12:31:07.126" v="109" actId="11529"/>
          <ac:cxnSpMkLst>
            <pc:docMk/>
            <pc:sldMk cId="888876227" sldId="2147483628"/>
            <ac:cxnSpMk id="15" creationId="{1745DBDF-C70C-8F5A-0020-09397A8153CD}"/>
          </ac:cxnSpMkLst>
        </pc:cxnChg>
        <pc:cxnChg chg="add mod">
          <ac:chgData name="Rahul  Jangra" userId="ed7222ed-1e92-41a6-b899-bfa985278571" providerId="ADAL" clId="{AD8B3E51-2F5C-4133-B357-A20BA3174914}" dt="2025-04-18T12:31:19.757" v="112" actId="14100"/>
          <ac:cxnSpMkLst>
            <pc:docMk/>
            <pc:sldMk cId="888876227" sldId="2147483628"/>
            <ac:cxnSpMk id="16" creationId="{93163276-17A3-7743-2F15-BAB4DC2E462F}"/>
          </ac:cxnSpMkLst>
        </pc:cxnChg>
        <pc:cxnChg chg="add mod">
          <ac:chgData name="Rahul  Jangra" userId="ed7222ed-1e92-41a6-b899-bfa985278571" providerId="ADAL" clId="{AD8B3E51-2F5C-4133-B357-A20BA3174914}" dt="2025-04-18T12:31:51.756" v="128" actId="14100"/>
          <ac:cxnSpMkLst>
            <pc:docMk/>
            <pc:sldMk cId="888876227" sldId="2147483628"/>
            <ac:cxnSpMk id="19" creationId="{9D416524-C9EA-8719-B878-4A8B1B30378C}"/>
          </ac:cxnSpMkLst>
        </pc:cxnChg>
        <pc:cxnChg chg="add mod">
          <ac:chgData name="Rahul  Jangra" userId="ed7222ed-1e92-41a6-b899-bfa985278571" providerId="ADAL" clId="{AD8B3E51-2F5C-4133-B357-A20BA3174914}" dt="2025-04-18T12:32:03.561" v="131" actId="14100"/>
          <ac:cxnSpMkLst>
            <pc:docMk/>
            <pc:sldMk cId="888876227" sldId="2147483628"/>
            <ac:cxnSpMk id="22" creationId="{4F90D120-7004-F9E7-12C7-8D76AF3EF2F6}"/>
          </ac:cxnSpMkLst>
        </pc:cxnChg>
        <pc:cxnChg chg="add mod">
          <ac:chgData name="Rahul  Jangra" userId="ed7222ed-1e92-41a6-b899-bfa985278571" providerId="ADAL" clId="{AD8B3E51-2F5C-4133-B357-A20BA3174914}" dt="2025-04-22T08:20:46.645" v="1555" actId="14100"/>
          <ac:cxnSpMkLst>
            <pc:docMk/>
            <pc:sldMk cId="888876227" sldId="2147483628"/>
            <ac:cxnSpMk id="41" creationId="{5E5B1A57-8E6B-3EE1-4B13-872153D803AC}"/>
          </ac:cxnSpMkLst>
        </pc:cxnChg>
      </pc:sldChg>
      <pc:sldChg chg="delSp new del mod">
        <pc:chgData name="Rahul  Jangra" userId="ed7222ed-1e92-41a6-b899-bfa985278571" providerId="ADAL" clId="{AD8B3E51-2F5C-4133-B357-A20BA3174914}" dt="2025-04-22T07:08:20.583" v="1375" actId="47"/>
        <pc:sldMkLst>
          <pc:docMk/>
          <pc:sldMk cId="3966023405" sldId="2147483629"/>
        </pc:sldMkLst>
      </pc:sld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375811937" sldId="2147484059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75811937" sldId="2147484059"/>
            <pc:sldLayoutMk cId="1176037840" sldId="2147484060"/>
          </pc:sldLayoutMkLst>
        </pc:sldLayoutChg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75811937" sldId="2147484059"/>
            <pc:sldLayoutMk cId="2143033709" sldId="2147484061"/>
          </pc:sldLayoutMkLst>
        </pc:sldLayoutChg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75811937" sldId="2147484059"/>
            <pc:sldLayoutMk cId="3711440095" sldId="2147484062"/>
          </pc:sldLayoutMkLst>
        </pc:sldLayoutChg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75811937" sldId="2147484059"/>
            <pc:sldLayoutMk cId="1197961727" sldId="2147484063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4025260514" sldId="2147484064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4025260514" sldId="2147484064"/>
            <pc:sldLayoutMk cId="2445569438" sldId="2147484065"/>
          </pc:sldLayoutMkLst>
        </pc:sldLayoutChg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4025260514" sldId="2147484064"/>
            <pc:sldLayoutMk cId="3684687357" sldId="2147484066"/>
          </pc:sldLayoutMkLst>
        </pc:sldLayoutChg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4025260514" sldId="2147484064"/>
            <pc:sldLayoutMk cId="67699927" sldId="2147484067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478413991" sldId="2147484068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478413991" sldId="2147484068"/>
            <pc:sldLayoutMk cId="638398823" sldId="2147484069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2413392584" sldId="2147484070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2413392584" sldId="2147484070"/>
            <pc:sldLayoutMk cId="4280729216" sldId="2147484071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3573245494" sldId="2147484072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573245494" sldId="2147484072"/>
            <pc:sldLayoutMk cId="1744838122" sldId="2147484073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572779416" sldId="2147484074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572779416" sldId="2147484074"/>
            <pc:sldLayoutMk cId="2505740876" sldId="2147484075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2431291837" sldId="2147484076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2431291837" sldId="2147484076"/>
            <pc:sldLayoutMk cId="2116482629" sldId="2147484077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3081964335" sldId="2147484078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3081964335" sldId="2147484078"/>
            <pc:sldLayoutMk cId="208899863" sldId="2147484079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451400062" sldId="2147484080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451400062" sldId="2147484080"/>
            <pc:sldLayoutMk cId="1601296413" sldId="2147484081"/>
          </pc:sldLayoutMkLst>
        </pc:sldLayoutChg>
      </pc:sldMasterChg>
      <pc:sldMasterChg chg="del delSldLayout">
        <pc:chgData name="Rahul  Jangra" userId="ed7222ed-1e92-41a6-b899-bfa985278571" providerId="ADAL" clId="{AD8B3E51-2F5C-4133-B357-A20BA3174914}" dt="2025-04-18T12:23:58.824" v="5"/>
        <pc:sldMasterMkLst>
          <pc:docMk/>
          <pc:sldMasterMk cId="1918190470" sldId="2147484082"/>
        </pc:sldMasterMkLst>
        <pc:sldLayoutChg chg="del">
          <pc:chgData name="Rahul  Jangra" userId="ed7222ed-1e92-41a6-b899-bfa985278571" providerId="ADAL" clId="{AD8B3E51-2F5C-4133-B357-A20BA3174914}" dt="2025-04-18T12:23:58.824" v="5"/>
          <pc:sldLayoutMkLst>
            <pc:docMk/>
            <pc:sldMasterMk cId="1918190470" sldId="2147484082"/>
            <pc:sldLayoutMk cId="1798434327" sldId="2147484083"/>
          </pc:sldLayoutMkLst>
        </pc:sldLayoutChg>
      </pc:sldMasterChg>
    </pc:docChg>
  </pc:docChgLst>
  <pc:docChgLst>
    <pc:chgData name="Rahul  Jangra" userId="ed7222ed-1e92-41a6-b899-bfa985278571" providerId="ADAL" clId="{11D705B7-C8BF-4B46-863C-622E69792782}"/>
    <pc:docChg chg="undo custSel addSld delSld modSld">
      <pc:chgData name="Rahul  Jangra" userId="ed7222ed-1e92-41a6-b899-bfa985278571" providerId="ADAL" clId="{11D705B7-C8BF-4B46-863C-622E69792782}" dt="2025-05-30T05:35:13.565" v="997" actId="20577"/>
      <pc:docMkLst>
        <pc:docMk/>
      </pc:docMkLst>
      <pc:sldChg chg="del">
        <pc:chgData name="Rahul  Jangra" userId="ed7222ed-1e92-41a6-b899-bfa985278571" providerId="ADAL" clId="{11D705B7-C8BF-4B46-863C-622E69792782}" dt="2025-05-25T09:35:19.349" v="132" actId="47"/>
        <pc:sldMkLst>
          <pc:docMk/>
          <pc:sldMk cId="4194376649" sldId="2142533094"/>
        </pc:sldMkLst>
      </pc:sldChg>
      <pc:sldChg chg="addSp modSp mod">
        <pc:chgData name="Rahul  Jangra" userId="ed7222ed-1e92-41a6-b899-bfa985278571" providerId="ADAL" clId="{11D705B7-C8BF-4B46-863C-622E69792782}" dt="2025-05-25T10:37:06.141" v="968" actId="1076"/>
        <pc:sldMkLst>
          <pc:docMk/>
          <pc:sldMk cId="527950500" sldId="2147375689"/>
        </pc:sldMkLst>
        <pc:spChg chg="add mod">
          <ac:chgData name="Rahul  Jangra" userId="ed7222ed-1e92-41a6-b899-bfa985278571" providerId="ADAL" clId="{11D705B7-C8BF-4B46-863C-622E69792782}" dt="2025-05-25T10:37:06.141" v="968" actId="1076"/>
          <ac:spMkLst>
            <pc:docMk/>
            <pc:sldMk cId="527950500" sldId="2147375689"/>
            <ac:spMk id="2" creationId="{0D71437C-2CF9-BAC6-83B1-42992CC84E2E}"/>
          </ac:spMkLst>
        </pc:spChg>
        <pc:spChg chg="mod">
          <ac:chgData name="Rahul  Jangra" userId="ed7222ed-1e92-41a6-b899-bfa985278571" providerId="ADAL" clId="{11D705B7-C8BF-4B46-863C-622E69792782}" dt="2025-05-25T10:11:52.272" v="866" actId="1076"/>
          <ac:spMkLst>
            <pc:docMk/>
            <pc:sldMk cId="527950500" sldId="2147375689"/>
            <ac:spMk id="11" creationId="{1B3D1635-3ACE-C252-642D-99094A6CAF28}"/>
          </ac:spMkLst>
        </pc:spChg>
      </pc:sldChg>
      <pc:sldChg chg="addSp delSp modSp mod">
        <pc:chgData name="Rahul  Jangra" userId="ed7222ed-1e92-41a6-b899-bfa985278571" providerId="ADAL" clId="{11D705B7-C8BF-4B46-863C-622E69792782}" dt="2025-05-28T08:04:17.708" v="969" actId="20577"/>
        <pc:sldMkLst>
          <pc:docMk/>
          <pc:sldMk cId="447582858" sldId="2147471916"/>
        </pc:sldMkLst>
        <pc:spChg chg="mod">
          <ac:chgData name="Rahul  Jangra" userId="ed7222ed-1e92-41a6-b899-bfa985278571" providerId="ADAL" clId="{11D705B7-C8BF-4B46-863C-622E69792782}" dt="2025-05-25T09:33:32.944" v="113" actId="1076"/>
          <ac:spMkLst>
            <pc:docMk/>
            <pc:sldMk cId="447582858" sldId="2147471916"/>
            <ac:spMk id="5" creationId="{CE24C549-9D8F-77C5-4E4E-1230A0157430}"/>
          </ac:spMkLst>
        </pc:spChg>
        <pc:spChg chg="mod">
          <ac:chgData name="Rahul  Jangra" userId="ed7222ed-1e92-41a6-b899-bfa985278571" providerId="ADAL" clId="{11D705B7-C8BF-4B46-863C-622E69792782}" dt="2025-05-25T09:33:30.002" v="112" actId="1076"/>
          <ac:spMkLst>
            <pc:docMk/>
            <pc:sldMk cId="447582858" sldId="2147471916"/>
            <ac:spMk id="6" creationId="{EE339291-6202-B23A-57E3-6306C198A428}"/>
          </ac:spMkLst>
        </pc:spChg>
        <pc:spChg chg="mod">
          <ac:chgData name="Rahul  Jangra" userId="ed7222ed-1e92-41a6-b899-bfa985278571" providerId="ADAL" clId="{11D705B7-C8BF-4B46-863C-622E69792782}" dt="2025-05-28T08:04:17.708" v="969" actId="20577"/>
          <ac:spMkLst>
            <pc:docMk/>
            <pc:sldMk cId="447582858" sldId="2147471916"/>
            <ac:spMk id="20" creationId="{DB5BF7E3-C1CF-B38C-4824-3BC1764E600E}"/>
          </ac:spMkLst>
        </pc:spChg>
      </pc:sldChg>
      <pc:sldChg chg="modSp mod">
        <pc:chgData name="Rahul  Jangra" userId="ed7222ed-1e92-41a6-b899-bfa985278571" providerId="ADAL" clId="{11D705B7-C8BF-4B46-863C-622E69792782}" dt="2025-05-25T10:01:32.718" v="702" actId="20577"/>
        <pc:sldMkLst>
          <pc:docMk/>
          <pc:sldMk cId="2603467764" sldId="2147481069"/>
        </pc:sldMkLst>
        <pc:spChg chg="mod">
          <ac:chgData name="Rahul  Jangra" userId="ed7222ed-1e92-41a6-b899-bfa985278571" providerId="ADAL" clId="{11D705B7-C8BF-4B46-863C-622E69792782}" dt="2025-05-25T10:01:32.718" v="702" actId="20577"/>
          <ac:spMkLst>
            <pc:docMk/>
            <pc:sldMk cId="2603467764" sldId="2147481069"/>
            <ac:spMk id="231" creationId="{988F0FBD-6C59-718B-8016-535E261DC883}"/>
          </ac:spMkLst>
        </pc:spChg>
      </pc:sldChg>
      <pc:sldChg chg="del">
        <pc:chgData name="Rahul  Jangra" userId="ed7222ed-1e92-41a6-b899-bfa985278571" providerId="ADAL" clId="{11D705B7-C8BF-4B46-863C-622E69792782}" dt="2025-05-25T10:02:03.607" v="703" actId="47"/>
        <pc:sldMkLst>
          <pc:docMk/>
          <pc:sldMk cId="1037862733" sldId="2147481869"/>
        </pc:sldMkLst>
      </pc:sldChg>
      <pc:sldChg chg="addSp delSp modSp mod">
        <pc:chgData name="Rahul  Jangra" userId="ed7222ed-1e92-41a6-b899-bfa985278571" providerId="ADAL" clId="{11D705B7-C8BF-4B46-863C-622E69792782}" dt="2025-05-25T10:21:23.049" v="935" actId="14100"/>
        <pc:sldMkLst>
          <pc:docMk/>
          <pc:sldMk cId="888876227" sldId="2147483628"/>
        </pc:sldMkLst>
        <pc:spChg chg="mod">
          <ac:chgData name="Rahul  Jangra" userId="ed7222ed-1e92-41a6-b899-bfa985278571" providerId="ADAL" clId="{11D705B7-C8BF-4B46-863C-622E69792782}" dt="2025-05-25T10:13:30.156" v="873" actId="1076"/>
          <ac:spMkLst>
            <pc:docMk/>
            <pc:sldMk cId="888876227" sldId="2147483628"/>
            <ac:spMk id="5" creationId="{94C818D2-1BB6-160E-6D2F-771DE6CF6303}"/>
          </ac:spMkLst>
        </pc:spChg>
        <pc:spChg chg="mod">
          <ac:chgData name="Rahul  Jangra" userId="ed7222ed-1e92-41a6-b899-bfa985278571" providerId="ADAL" clId="{11D705B7-C8BF-4B46-863C-622E69792782}" dt="2025-05-25T09:40:04.805" v="294" actId="20577"/>
          <ac:spMkLst>
            <pc:docMk/>
            <pc:sldMk cId="888876227" sldId="2147483628"/>
            <ac:spMk id="7" creationId="{DA37FB89-336E-2592-653F-5B8A163552B7}"/>
          </ac:spMkLst>
        </pc:spChg>
        <pc:spChg chg="mod">
          <ac:chgData name="Rahul  Jangra" userId="ed7222ed-1e92-41a6-b899-bfa985278571" providerId="ADAL" clId="{11D705B7-C8BF-4B46-863C-622E69792782}" dt="2025-05-25T09:36:19.772" v="137" actId="1076"/>
          <ac:spMkLst>
            <pc:docMk/>
            <pc:sldMk cId="888876227" sldId="2147483628"/>
            <ac:spMk id="12" creationId="{AD54FB22-64C5-F3CF-D094-6625406F09B6}"/>
          </ac:spMkLst>
        </pc:spChg>
        <pc:spChg chg="add mod">
          <ac:chgData name="Rahul  Jangra" userId="ed7222ed-1e92-41a6-b899-bfa985278571" providerId="ADAL" clId="{11D705B7-C8BF-4B46-863C-622E69792782}" dt="2025-05-25T09:39:37.469" v="289" actId="1076"/>
          <ac:spMkLst>
            <pc:docMk/>
            <pc:sldMk cId="888876227" sldId="2147483628"/>
            <ac:spMk id="14" creationId="{09B9C58D-5FBA-ECA4-7DA9-D80F54557405}"/>
          </ac:spMkLst>
        </pc:spChg>
        <pc:spChg chg="add mod">
          <ac:chgData name="Rahul  Jangra" userId="ed7222ed-1e92-41a6-b899-bfa985278571" providerId="ADAL" clId="{11D705B7-C8BF-4B46-863C-622E69792782}" dt="2025-05-25T10:10:22.496" v="862" actId="1076"/>
          <ac:spMkLst>
            <pc:docMk/>
            <pc:sldMk cId="888876227" sldId="2147483628"/>
            <ac:spMk id="17" creationId="{DBB15DA4-BFA2-CB2A-B9C5-FF9F1DEBE90C}"/>
          </ac:spMkLst>
        </pc:spChg>
        <pc:spChg chg="ord">
          <ac:chgData name="Rahul  Jangra" userId="ed7222ed-1e92-41a6-b899-bfa985278571" providerId="ADAL" clId="{11D705B7-C8BF-4B46-863C-622E69792782}" dt="2025-05-25T10:17:56.960" v="913" actId="166"/>
          <ac:spMkLst>
            <pc:docMk/>
            <pc:sldMk cId="888876227" sldId="2147483628"/>
            <ac:spMk id="34" creationId="{7C392D60-3A23-2695-EE86-16AE53AF3D66}"/>
          </ac:spMkLst>
        </pc:spChg>
        <pc:spChg chg="mod ord">
          <ac:chgData name="Rahul  Jangra" userId="ed7222ed-1e92-41a6-b899-bfa985278571" providerId="ADAL" clId="{11D705B7-C8BF-4B46-863C-622E69792782}" dt="2025-05-25T10:18:22.747" v="918" actId="166"/>
          <ac:spMkLst>
            <pc:docMk/>
            <pc:sldMk cId="888876227" sldId="2147483628"/>
            <ac:spMk id="35" creationId="{DCBEA3D9-DE31-FF36-FF08-4C071DA8AEC9}"/>
          </ac:spMkLst>
        </pc:spChg>
        <pc:spChg chg="add mod ord">
          <ac:chgData name="Rahul  Jangra" userId="ed7222ed-1e92-41a6-b899-bfa985278571" providerId="ADAL" clId="{11D705B7-C8BF-4B46-863C-622E69792782}" dt="2025-05-25T10:16:27.407" v="899" actId="14100"/>
          <ac:spMkLst>
            <pc:docMk/>
            <pc:sldMk cId="888876227" sldId="2147483628"/>
            <ac:spMk id="56" creationId="{8BD796A9-369E-BB1B-0A03-44EB1DD9CB5A}"/>
          </ac:spMkLst>
        </pc:spChg>
        <pc:spChg chg="add mod ord">
          <ac:chgData name="Rahul  Jangra" userId="ed7222ed-1e92-41a6-b899-bfa985278571" providerId="ADAL" clId="{11D705B7-C8BF-4B46-863C-622E69792782}" dt="2025-05-25T10:17:47.274" v="912" actId="167"/>
          <ac:spMkLst>
            <pc:docMk/>
            <pc:sldMk cId="888876227" sldId="2147483628"/>
            <ac:spMk id="59" creationId="{F7BB9B43-BCD9-76EA-448B-F410D066DC92}"/>
          </ac:spMkLst>
        </pc:spChg>
        <pc:spChg chg="add mod ord">
          <ac:chgData name="Rahul  Jangra" userId="ed7222ed-1e92-41a6-b899-bfa985278571" providerId="ADAL" clId="{11D705B7-C8BF-4B46-863C-622E69792782}" dt="2025-05-25T10:18:18.673" v="917" actId="167"/>
          <ac:spMkLst>
            <pc:docMk/>
            <pc:sldMk cId="888876227" sldId="2147483628"/>
            <ac:spMk id="60" creationId="{AC4AE418-334B-C2C9-BB25-1124FCDD1B20}"/>
          </ac:spMkLst>
        </pc:spChg>
        <pc:spChg chg="add mod ord">
          <ac:chgData name="Rahul  Jangra" userId="ed7222ed-1e92-41a6-b899-bfa985278571" providerId="ADAL" clId="{11D705B7-C8BF-4B46-863C-622E69792782}" dt="2025-05-25T10:19:08.050" v="922" actId="167"/>
          <ac:spMkLst>
            <pc:docMk/>
            <pc:sldMk cId="888876227" sldId="2147483628"/>
            <ac:spMk id="61" creationId="{3E15D977-0136-B305-2D24-E87008904B32}"/>
          </ac:spMkLst>
        </pc:spChg>
        <pc:spChg chg="add mod ord">
          <ac:chgData name="Rahul  Jangra" userId="ed7222ed-1e92-41a6-b899-bfa985278571" providerId="ADAL" clId="{11D705B7-C8BF-4B46-863C-622E69792782}" dt="2025-05-25T10:20:43.784" v="934" actId="1036"/>
          <ac:spMkLst>
            <pc:docMk/>
            <pc:sldMk cId="888876227" sldId="2147483628"/>
            <ac:spMk id="62" creationId="{C33C1F8D-B6ED-8DDF-5C4A-C6F80B595EE8}"/>
          </ac:spMkLst>
        </pc:spChg>
        <pc:picChg chg="mod ord">
          <ac:chgData name="Rahul  Jangra" userId="ed7222ed-1e92-41a6-b899-bfa985278571" providerId="ADAL" clId="{11D705B7-C8BF-4B46-863C-622E69792782}" dt="2025-05-25T10:19:47.939" v="927" actId="167"/>
          <ac:picMkLst>
            <pc:docMk/>
            <pc:sldMk cId="888876227" sldId="2147483628"/>
            <ac:picMk id="6" creationId="{0C8805D1-D916-C866-2733-03F0D0623A1C}"/>
          </ac:picMkLst>
        </pc:picChg>
        <pc:cxnChg chg="mod">
          <ac:chgData name="Rahul  Jangra" userId="ed7222ed-1e92-41a6-b899-bfa985278571" providerId="ADAL" clId="{11D705B7-C8BF-4B46-863C-622E69792782}" dt="2025-05-25T10:21:23.049" v="935" actId="14100"/>
          <ac:cxnSpMkLst>
            <pc:docMk/>
            <pc:sldMk cId="888876227" sldId="2147483628"/>
            <ac:cxnSpMk id="19" creationId="{9D416524-C9EA-8719-B878-4A8B1B30378C}"/>
          </ac:cxnSpMkLst>
        </pc:cxnChg>
      </pc:sldChg>
      <pc:sldChg chg="addSp delSp modSp add mod">
        <pc:chgData name="Rahul  Jangra" userId="ed7222ed-1e92-41a6-b899-bfa985278571" providerId="ADAL" clId="{11D705B7-C8BF-4B46-863C-622E69792782}" dt="2025-05-30T05:35:13.565" v="997" actId="20577"/>
        <pc:sldMkLst>
          <pc:docMk/>
          <pc:sldMk cId="720337786" sldId="2147483629"/>
        </pc:sldMkLst>
        <pc:spChg chg="mod">
          <ac:chgData name="Rahul  Jangra" userId="ed7222ed-1e92-41a6-b899-bfa985278571" providerId="ADAL" clId="{11D705B7-C8BF-4B46-863C-622E69792782}" dt="2025-05-25T09:58:57.504" v="686" actId="1076"/>
          <ac:spMkLst>
            <pc:docMk/>
            <pc:sldMk cId="720337786" sldId="2147483629"/>
            <ac:spMk id="2" creationId="{978F0862-A2B3-E68D-103B-D83C0F2863FD}"/>
          </ac:spMkLst>
        </pc:spChg>
        <pc:spChg chg="mod">
          <ac:chgData name="Rahul  Jangra" userId="ed7222ed-1e92-41a6-b899-bfa985278571" providerId="ADAL" clId="{11D705B7-C8BF-4B46-863C-622E69792782}" dt="2025-05-30T05:35:13.565" v="997" actId="20577"/>
          <ac:spMkLst>
            <pc:docMk/>
            <pc:sldMk cId="720337786" sldId="2147483629"/>
            <ac:spMk id="3" creationId="{0BF0DB7C-DA6B-36A2-3F3B-B83240E8A179}"/>
          </ac:spMkLst>
        </pc:spChg>
        <pc:spChg chg="mod">
          <ac:chgData name="Rahul  Jangra" userId="ed7222ed-1e92-41a6-b899-bfa985278571" providerId="ADAL" clId="{11D705B7-C8BF-4B46-863C-622E69792782}" dt="2025-05-25T09:48:57.850" v="407" actId="1076"/>
          <ac:spMkLst>
            <pc:docMk/>
            <pc:sldMk cId="720337786" sldId="2147483629"/>
            <ac:spMk id="4" creationId="{9BC575E7-F65B-71E2-F4E1-60EB22226358}"/>
          </ac:spMkLst>
        </pc:spChg>
        <pc:spChg chg="mod">
          <ac:chgData name="Rahul  Jangra" userId="ed7222ed-1e92-41a6-b899-bfa985278571" providerId="ADAL" clId="{11D705B7-C8BF-4B46-863C-622E69792782}" dt="2025-05-25T10:06:11.055" v="772" actId="6549"/>
          <ac:spMkLst>
            <pc:docMk/>
            <pc:sldMk cId="720337786" sldId="2147483629"/>
            <ac:spMk id="7" creationId="{320EE146-DDA7-9017-2690-2B0E92A3DE84}"/>
          </ac:spMkLst>
        </pc:spChg>
        <pc:spChg chg="add mod">
          <ac:chgData name="Rahul  Jangra" userId="ed7222ed-1e92-41a6-b899-bfa985278571" providerId="ADAL" clId="{11D705B7-C8BF-4B46-863C-622E69792782}" dt="2025-05-25T09:46:33.600" v="383" actId="1076"/>
          <ac:spMkLst>
            <pc:docMk/>
            <pc:sldMk cId="720337786" sldId="2147483629"/>
            <ac:spMk id="8" creationId="{0601A5F8-3790-AF13-0ED1-07120F435BD2}"/>
          </ac:spMkLst>
        </pc:spChg>
        <pc:spChg chg="add mod">
          <ac:chgData name="Rahul  Jangra" userId="ed7222ed-1e92-41a6-b899-bfa985278571" providerId="ADAL" clId="{11D705B7-C8BF-4B46-863C-622E69792782}" dt="2025-05-25T09:50:53.531" v="415" actId="404"/>
          <ac:spMkLst>
            <pc:docMk/>
            <pc:sldMk cId="720337786" sldId="2147483629"/>
            <ac:spMk id="10" creationId="{F0A767F6-FBD5-80CC-8FBD-093D22283BE7}"/>
          </ac:spMkLst>
        </pc:spChg>
        <pc:spChg chg="add mod">
          <ac:chgData name="Rahul  Jangra" userId="ed7222ed-1e92-41a6-b899-bfa985278571" providerId="ADAL" clId="{11D705B7-C8BF-4B46-863C-622E69792782}" dt="2025-05-25T09:53:55.983" v="489" actId="1037"/>
          <ac:spMkLst>
            <pc:docMk/>
            <pc:sldMk cId="720337786" sldId="2147483629"/>
            <ac:spMk id="11" creationId="{6170FABE-9894-CF3D-6A3C-64F335AB0834}"/>
          </ac:spMkLst>
        </pc:spChg>
        <pc:spChg chg="add mod">
          <ac:chgData name="Rahul  Jangra" userId="ed7222ed-1e92-41a6-b899-bfa985278571" providerId="ADAL" clId="{11D705B7-C8BF-4B46-863C-622E69792782}" dt="2025-05-25T10:07:07.440" v="802" actId="20577"/>
          <ac:spMkLst>
            <pc:docMk/>
            <pc:sldMk cId="720337786" sldId="2147483629"/>
            <ac:spMk id="12" creationId="{A4A29C17-BC2B-457F-B7C3-7F5CC741D4AD}"/>
          </ac:spMkLst>
        </pc:spChg>
        <pc:spChg chg="mod">
          <ac:chgData name="Rahul  Jangra" userId="ed7222ed-1e92-41a6-b899-bfa985278571" providerId="ADAL" clId="{11D705B7-C8BF-4B46-863C-622E69792782}" dt="2025-05-25T09:50:01.853" v="412" actId="1076"/>
          <ac:spMkLst>
            <pc:docMk/>
            <pc:sldMk cId="720337786" sldId="2147483629"/>
            <ac:spMk id="14" creationId="{3225B366-62C9-083E-1401-961C69A21045}"/>
          </ac:spMkLst>
        </pc:spChg>
        <pc:spChg chg="mod">
          <ac:chgData name="Rahul  Jangra" userId="ed7222ed-1e92-41a6-b899-bfa985278571" providerId="ADAL" clId="{11D705B7-C8BF-4B46-863C-622E69792782}" dt="2025-05-25T09:49:47.287" v="409" actId="1076"/>
          <ac:spMkLst>
            <pc:docMk/>
            <pc:sldMk cId="720337786" sldId="2147483629"/>
            <ac:spMk id="16" creationId="{339B0828-A468-C8C9-9E6C-C5F02DD76B15}"/>
          </ac:spMkLst>
        </pc:spChg>
        <pc:spChg chg="add mod">
          <ac:chgData name="Rahul  Jangra" userId="ed7222ed-1e92-41a6-b899-bfa985278571" providerId="ADAL" clId="{11D705B7-C8BF-4B46-863C-622E69792782}" dt="2025-05-25T10:05:38.652" v="768" actId="108"/>
          <ac:spMkLst>
            <pc:docMk/>
            <pc:sldMk cId="720337786" sldId="2147483629"/>
            <ac:spMk id="17" creationId="{0ED77EC3-7AB7-EA93-8874-BD997E80A6A6}"/>
          </ac:spMkLst>
        </pc:spChg>
        <pc:spChg chg="add mod">
          <ac:chgData name="Rahul  Jangra" userId="ed7222ed-1e92-41a6-b899-bfa985278571" providerId="ADAL" clId="{11D705B7-C8BF-4B46-863C-622E69792782}" dt="2025-05-25T09:51:10.139" v="418" actId="20577"/>
          <ac:spMkLst>
            <pc:docMk/>
            <pc:sldMk cId="720337786" sldId="2147483629"/>
            <ac:spMk id="18" creationId="{190483BB-0E24-5391-270E-2C5EB033281F}"/>
          </ac:spMkLst>
        </pc:spChg>
        <pc:spChg chg="add mod">
          <ac:chgData name="Rahul  Jangra" userId="ed7222ed-1e92-41a6-b899-bfa985278571" providerId="ADAL" clId="{11D705B7-C8BF-4B46-863C-622E69792782}" dt="2025-05-25T09:47:17.277" v="390" actId="1076"/>
          <ac:spMkLst>
            <pc:docMk/>
            <pc:sldMk cId="720337786" sldId="2147483629"/>
            <ac:spMk id="19" creationId="{008DEE7A-37E6-0D5C-2A89-BA95F9D7B3A6}"/>
          </ac:spMkLst>
        </pc:spChg>
        <pc:spChg chg="mod">
          <ac:chgData name="Rahul  Jangra" userId="ed7222ed-1e92-41a6-b899-bfa985278571" providerId="ADAL" clId="{11D705B7-C8BF-4B46-863C-622E69792782}" dt="2025-05-25T09:59:49.762" v="699" actId="1076"/>
          <ac:spMkLst>
            <pc:docMk/>
            <pc:sldMk cId="720337786" sldId="2147483629"/>
            <ac:spMk id="26" creationId="{7A441C2A-220B-16A3-ABB0-6BA5E8FA5792}"/>
          </ac:spMkLst>
        </pc:spChg>
        <pc:spChg chg="mod">
          <ac:chgData name="Rahul  Jangra" userId="ed7222ed-1e92-41a6-b899-bfa985278571" providerId="ADAL" clId="{11D705B7-C8BF-4B46-863C-622E69792782}" dt="2025-05-25T09:59:01.200" v="687" actId="1076"/>
          <ac:spMkLst>
            <pc:docMk/>
            <pc:sldMk cId="720337786" sldId="2147483629"/>
            <ac:spMk id="28" creationId="{FB9DF2C7-BB1E-162F-E233-8B05AB3A06A1}"/>
          </ac:spMkLst>
        </pc:spChg>
        <pc:picChg chg="mod">
          <ac:chgData name="Rahul  Jangra" userId="ed7222ed-1e92-41a6-b899-bfa985278571" providerId="ADAL" clId="{11D705B7-C8BF-4B46-863C-622E69792782}" dt="2025-05-25T09:49:41.976" v="408" actId="1076"/>
          <ac:picMkLst>
            <pc:docMk/>
            <pc:sldMk cId="720337786" sldId="2147483629"/>
            <ac:picMk id="15" creationId="{217CA443-4A37-8297-E7CB-86932DEAD6BF}"/>
          </ac:picMkLst>
        </pc:picChg>
        <pc:picChg chg="add mod">
          <ac:chgData name="Rahul  Jangra" userId="ed7222ed-1e92-41a6-b899-bfa985278571" providerId="ADAL" clId="{11D705B7-C8BF-4B46-863C-622E69792782}" dt="2025-05-25T10:06:08.188" v="771" actId="1076"/>
          <ac:picMkLst>
            <pc:docMk/>
            <pc:sldMk cId="720337786" sldId="2147483629"/>
            <ac:picMk id="21" creationId="{44871436-9A39-0260-B800-417E42B0E933}"/>
          </ac:picMkLst>
        </pc:picChg>
        <pc:cxnChg chg="mod">
          <ac:chgData name="Rahul  Jangra" userId="ed7222ed-1e92-41a6-b899-bfa985278571" providerId="ADAL" clId="{11D705B7-C8BF-4B46-863C-622E69792782}" dt="2025-05-25T09:51:30.030" v="423" actId="14100"/>
          <ac:cxnSpMkLst>
            <pc:docMk/>
            <pc:sldMk cId="720337786" sldId="2147483629"/>
            <ac:cxnSpMk id="9" creationId="{323ADD6F-52D8-3CF8-C884-56ECF8949B2D}"/>
          </ac:cxnSpMkLst>
        </pc:cxnChg>
        <pc:cxnChg chg="add mod">
          <ac:chgData name="Rahul  Jangra" userId="ed7222ed-1e92-41a6-b899-bfa985278571" providerId="ADAL" clId="{11D705B7-C8BF-4B46-863C-622E69792782}" dt="2025-05-25T09:53:55.983" v="489" actId="1037"/>
          <ac:cxnSpMkLst>
            <pc:docMk/>
            <pc:sldMk cId="720337786" sldId="2147483629"/>
            <ac:cxnSpMk id="30" creationId="{4410411D-DDBA-1D62-EAD7-E932DC9738F8}"/>
          </ac:cxnSpMkLst>
        </pc:cxnChg>
        <pc:cxnChg chg="add mod">
          <ac:chgData name="Rahul  Jangra" userId="ed7222ed-1e92-41a6-b899-bfa985278571" providerId="ADAL" clId="{11D705B7-C8BF-4B46-863C-622E69792782}" dt="2025-05-25T10:07:05" v="801" actId="14100"/>
          <ac:cxnSpMkLst>
            <pc:docMk/>
            <pc:sldMk cId="720337786" sldId="2147483629"/>
            <ac:cxnSpMk id="33" creationId="{6B7737BD-9CAF-1AEF-86F5-2848B1212F7A}"/>
          </ac:cxnSpMkLst>
        </pc:cxnChg>
        <pc:cxnChg chg="add mod">
          <ac:chgData name="Rahul  Jangra" userId="ed7222ed-1e92-41a6-b899-bfa985278571" providerId="ADAL" clId="{11D705B7-C8BF-4B46-863C-622E69792782}" dt="2025-05-25T10:07:05" v="801" actId="14100"/>
          <ac:cxnSpMkLst>
            <pc:docMk/>
            <pc:sldMk cId="720337786" sldId="2147483629"/>
            <ac:cxnSpMk id="38" creationId="{8D3B9B41-F1E9-9817-8A5B-6A9D0C283A62}"/>
          </ac:cxnSpMkLst>
        </pc:cxnChg>
        <pc:cxnChg chg="add mod">
          <ac:chgData name="Rahul  Jangra" userId="ed7222ed-1e92-41a6-b899-bfa985278571" providerId="ADAL" clId="{11D705B7-C8BF-4B46-863C-622E69792782}" dt="2025-05-25T10:06:11.055" v="772" actId="6549"/>
          <ac:cxnSpMkLst>
            <pc:docMk/>
            <pc:sldMk cId="720337786" sldId="2147483629"/>
            <ac:cxnSpMk id="41" creationId="{42FCD650-6BB3-F69F-8C2A-1EC212D7D014}"/>
          </ac:cxnSpMkLst>
        </pc:cxnChg>
        <pc:cxnChg chg="add mod">
          <ac:chgData name="Rahul  Jangra" userId="ed7222ed-1e92-41a6-b899-bfa985278571" providerId="ADAL" clId="{11D705B7-C8BF-4B46-863C-622E69792782}" dt="2025-05-25T09:54:14.205" v="507" actId="1037"/>
          <ac:cxnSpMkLst>
            <pc:docMk/>
            <pc:sldMk cId="720337786" sldId="2147483629"/>
            <ac:cxnSpMk id="44" creationId="{166934BF-7236-E960-A556-BBFE366AD2AF}"/>
          </ac:cxnSpMkLst>
        </pc:cxnChg>
        <pc:cxnChg chg="add mod">
          <ac:chgData name="Rahul  Jangra" userId="ed7222ed-1e92-41a6-b899-bfa985278571" providerId="ADAL" clId="{11D705B7-C8BF-4B46-863C-622E69792782}" dt="2025-05-25T09:53:03.696" v="446" actId="14100"/>
          <ac:cxnSpMkLst>
            <pc:docMk/>
            <pc:sldMk cId="720337786" sldId="2147483629"/>
            <ac:cxnSpMk id="47" creationId="{16C21E67-337A-E832-B133-FF21D9C4058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0DDC0-6D31-461C-9B97-BEF7BDAEAA4D}" type="doc">
      <dgm:prSet loTypeId="urn:microsoft.com/office/officeart/2005/8/layout/venn3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8072E3B-55DB-4AF3-8B9A-5A59F000EC07}">
      <dgm:prSet phldrT="[Text]" phldr="0"/>
      <dgm:spPr/>
      <dgm:t>
        <a:bodyPr/>
        <a:lstStyle/>
        <a:p>
          <a:pPr rtl="0"/>
          <a:r>
            <a:rPr lang="en-US" dirty="0">
              <a:latin typeface="Calibri"/>
            </a:rPr>
            <a:t>Growing Demand</a:t>
          </a:r>
          <a:endParaRPr lang="en-US" dirty="0"/>
        </a:p>
      </dgm:t>
    </dgm:pt>
    <dgm:pt modelId="{CC0DB507-89E5-4175-8B34-FA68005EEAE7}" type="parTrans" cxnId="{5EE56D92-3E36-4C6F-8854-A76C6ED6C1A6}">
      <dgm:prSet/>
      <dgm:spPr/>
      <dgm:t>
        <a:bodyPr/>
        <a:lstStyle/>
        <a:p>
          <a:endParaRPr lang="en-US"/>
        </a:p>
      </dgm:t>
    </dgm:pt>
    <dgm:pt modelId="{032265C7-BBC5-48D6-B778-F6C4F3D6126A}" type="sibTrans" cxnId="{5EE56D92-3E36-4C6F-8854-A76C6ED6C1A6}">
      <dgm:prSet/>
      <dgm:spPr/>
      <dgm:t>
        <a:bodyPr/>
        <a:lstStyle/>
        <a:p>
          <a:endParaRPr lang="en-US"/>
        </a:p>
      </dgm:t>
    </dgm:pt>
    <dgm:pt modelId="{A04ED258-17BE-4C95-8CE6-8B34EEA19E07}">
      <dgm:prSet phldrT="[Text]" phldr="0"/>
      <dgm:spPr/>
      <dgm:t>
        <a:bodyPr/>
        <a:lstStyle/>
        <a:p>
          <a:pPr rtl="0"/>
          <a:r>
            <a:rPr lang="en-US" dirty="0"/>
            <a:t>Regulatory and Policy support</a:t>
          </a:r>
        </a:p>
      </dgm:t>
    </dgm:pt>
    <dgm:pt modelId="{32C0019A-5FB6-4289-BD11-C42DDCD51AF2}" type="parTrans" cxnId="{DCD39809-EC89-4394-B584-A7463D472501}">
      <dgm:prSet/>
      <dgm:spPr/>
      <dgm:t>
        <a:bodyPr/>
        <a:lstStyle/>
        <a:p>
          <a:endParaRPr lang="en-IN"/>
        </a:p>
      </dgm:t>
    </dgm:pt>
    <dgm:pt modelId="{8913C788-CBF5-450A-A0CF-56A835D68014}" type="sibTrans" cxnId="{DCD39809-EC89-4394-B584-A7463D472501}">
      <dgm:prSet/>
      <dgm:spPr/>
      <dgm:t>
        <a:bodyPr/>
        <a:lstStyle/>
        <a:p>
          <a:endParaRPr lang="en-IN"/>
        </a:p>
      </dgm:t>
    </dgm:pt>
    <dgm:pt modelId="{B5DBBCC6-6871-44E5-8A3F-3D58D0F90749}">
      <dgm:prSet phldrT="[Text]" phldr="0"/>
      <dgm:spPr/>
      <dgm:t>
        <a:bodyPr/>
        <a:lstStyle/>
        <a:p>
          <a:pPr rtl="0"/>
          <a:r>
            <a:rPr lang="en-US" dirty="0"/>
            <a:t>Tech advancements</a:t>
          </a:r>
        </a:p>
      </dgm:t>
    </dgm:pt>
    <dgm:pt modelId="{97F5F7F4-2AEB-40EE-ACCE-59754E29197E}" type="parTrans" cxnId="{80244366-C0EA-460B-89A4-978FAB20AA23}">
      <dgm:prSet/>
      <dgm:spPr/>
      <dgm:t>
        <a:bodyPr/>
        <a:lstStyle/>
        <a:p>
          <a:endParaRPr lang="en-IN"/>
        </a:p>
      </dgm:t>
    </dgm:pt>
    <dgm:pt modelId="{A5FBBEE3-0590-4412-AE56-56FA6B2C607D}" type="sibTrans" cxnId="{80244366-C0EA-460B-89A4-978FAB20AA23}">
      <dgm:prSet/>
      <dgm:spPr/>
      <dgm:t>
        <a:bodyPr/>
        <a:lstStyle/>
        <a:p>
          <a:endParaRPr lang="en-IN"/>
        </a:p>
      </dgm:t>
    </dgm:pt>
    <dgm:pt modelId="{BCD2F2F0-407C-4903-ABD3-F320E9898C28}">
      <dgm:prSet phldrT="[Text]" phldr="0"/>
      <dgm:spPr/>
      <dgm:t>
        <a:bodyPr/>
        <a:lstStyle/>
        <a:p>
          <a:pPr rtl="0"/>
          <a:r>
            <a:rPr lang="en-US" dirty="0"/>
            <a:t>Funding for sustainable business</a:t>
          </a:r>
        </a:p>
      </dgm:t>
    </dgm:pt>
    <dgm:pt modelId="{4614D096-70B0-4545-A330-5C555CCFA0A5}" type="parTrans" cxnId="{FDA02A0C-BB6C-4383-A47A-1BEBE6D900A0}">
      <dgm:prSet/>
      <dgm:spPr/>
      <dgm:t>
        <a:bodyPr/>
        <a:lstStyle/>
        <a:p>
          <a:endParaRPr lang="en-IN"/>
        </a:p>
      </dgm:t>
    </dgm:pt>
    <dgm:pt modelId="{06A3263E-8A69-453C-A5EE-3DCE06C2E13B}" type="sibTrans" cxnId="{FDA02A0C-BB6C-4383-A47A-1BEBE6D900A0}">
      <dgm:prSet/>
      <dgm:spPr/>
      <dgm:t>
        <a:bodyPr/>
        <a:lstStyle/>
        <a:p>
          <a:endParaRPr lang="en-IN"/>
        </a:p>
      </dgm:t>
    </dgm:pt>
    <dgm:pt modelId="{6FC59BB2-107E-4BC2-AA80-3FF917977F82}">
      <dgm:prSet phldrT="[Text]" phldr="0"/>
      <dgm:spPr/>
      <dgm:t>
        <a:bodyPr/>
        <a:lstStyle/>
        <a:p>
          <a:pPr rtl="0"/>
          <a:r>
            <a:rPr lang="en-US" dirty="0"/>
            <a:t>Resource Efficiency</a:t>
          </a:r>
        </a:p>
      </dgm:t>
    </dgm:pt>
    <dgm:pt modelId="{32C7C59B-0735-4CAC-B7D9-A8A325B94714}" type="parTrans" cxnId="{7F92C4B4-15FD-4548-B88F-C5805E3D333A}">
      <dgm:prSet/>
      <dgm:spPr/>
      <dgm:t>
        <a:bodyPr/>
        <a:lstStyle/>
        <a:p>
          <a:endParaRPr lang="en-IN"/>
        </a:p>
      </dgm:t>
    </dgm:pt>
    <dgm:pt modelId="{3D0580BA-DD20-45FF-AF5D-CA4EDB6FC500}" type="sibTrans" cxnId="{7F92C4B4-15FD-4548-B88F-C5805E3D333A}">
      <dgm:prSet/>
      <dgm:spPr/>
      <dgm:t>
        <a:bodyPr/>
        <a:lstStyle/>
        <a:p>
          <a:endParaRPr lang="en-IN"/>
        </a:p>
      </dgm:t>
    </dgm:pt>
    <dgm:pt modelId="{8C6346DB-972A-47C0-9CAB-4168C62C2EE3}">
      <dgm:prSet phldrT="[Text]" phldr="0"/>
      <dgm:spPr/>
      <dgm:t>
        <a:bodyPr/>
        <a:lstStyle/>
        <a:p>
          <a:pPr rtl="0"/>
          <a:r>
            <a:rPr lang="en-US" dirty="0"/>
            <a:t>Market Trends</a:t>
          </a:r>
        </a:p>
      </dgm:t>
    </dgm:pt>
    <dgm:pt modelId="{D9A2F430-CD55-4D9F-81A6-E63E37A1472E}" type="parTrans" cxnId="{21F94990-0A1A-4AA6-9ABE-A757E7E12BFA}">
      <dgm:prSet/>
      <dgm:spPr/>
      <dgm:t>
        <a:bodyPr/>
        <a:lstStyle/>
        <a:p>
          <a:endParaRPr lang="en-IN"/>
        </a:p>
      </dgm:t>
    </dgm:pt>
    <dgm:pt modelId="{EE052944-C538-4A6E-B5CC-5AA8853CBFB8}" type="sibTrans" cxnId="{21F94990-0A1A-4AA6-9ABE-A757E7E12BFA}">
      <dgm:prSet/>
      <dgm:spPr/>
      <dgm:t>
        <a:bodyPr/>
        <a:lstStyle/>
        <a:p>
          <a:endParaRPr lang="en-IN"/>
        </a:p>
      </dgm:t>
    </dgm:pt>
    <dgm:pt modelId="{87FBC2D4-27E4-4B1C-9145-4BD5665DE48D}" type="pres">
      <dgm:prSet presAssocID="{4230DDC0-6D31-461C-9B97-BEF7BDAEAA4D}" presName="Name0" presStyleCnt="0">
        <dgm:presLayoutVars>
          <dgm:dir/>
          <dgm:resizeHandles val="exact"/>
        </dgm:presLayoutVars>
      </dgm:prSet>
      <dgm:spPr/>
    </dgm:pt>
    <dgm:pt modelId="{72C15FFD-4BB6-495F-B7CF-035ECDF89FF3}" type="pres">
      <dgm:prSet presAssocID="{88072E3B-55DB-4AF3-8B9A-5A59F000EC07}" presName="Name5" presStyleLbl="vennNode1" presStyleIdx="0" presStyleCnt="6">
        <dgm:presLayoutVars>
          <dgm:bulletEnabled val="1"/>
        </dgm:presLayoutVars>
      </dgm:prSet>
      <dgm:spPr/>
    </dgm:pt>
    <dgm:pt modelId="{A2E42111-35CE-458B-8E8C-847E45F09D14}" type="pres">
      <dgm:prSet presAssocID="{032265C7-BBC5-48D6-B778-F6C4F3D6126A}" presName="space" presStyleCnt="0"/>
      <dgm:spPr/>
    </dgm:pt>
    <dgm:pt modelId="{B2758DCE-9DC7-4FCA-B97C-31A036603AEB}" type="pres">
      <dgm:prSet presAssocID="{A04ED258-17BE-4C95-8CE6-8B34EEA19E07}" presName="Name5" presStyleLbl="vennNode1" presStyleIdx="1" presStyleCnt="6">
        <dgm:presLayoutVars>
          <dgm:bulletEnabled val="1"/>
        </dgm:presLayoutVars>
      </dgm:prSet>
      <dgm:spPr/>
    </dgm:pt>
    <dgm:pt modelId="{33EF4358-2FBD-480B-996D-107E2A80DC67}" type="pres">
      <dgm:prSet presAssocID="{8913C788-CBF5-450A-A0CF-56A835D68014}" presName="space" presStyleCnt="0"/>
      <dgm:spPr/>
    </dgm:pt>
    <dgm:pt modelId="{8DA34908-C6F0-4C15-8702-18BAADE0AA53}" type="pres">
      <dgm:prSet presAssocID="{B5DBBCC6-6871-44E5-8A3F-3D58D0F90749}" presName="Name5" presStyleLbl="vennNode1" presStyleIdx="2" presStyleCnt="6">
        <dgm:presLayoutVars>
          <dgm:bulletEnabled val="1"/>
        </dgm:presLayoutVars>
      </dgm:prSet>
      <dgm:spPr/>
    </dgm:pt>
    <dgm:pt modelId="{68E0CAA7-01DA-436C-96AF-F7EAD9EBCF9B}" type="pres">
      <dgm:prSet presAssocID="{A5FBBEE3-0590-4412-AE56-56FA6B2C607D}" presName="space" presStyleCnt="0"/>
      <dgm:spPr/>
    </dgm:pt>
    <dgm:pt modelId="{DE9FA962-1E8E-4E9B-BFD6-BC6CDCA4C34B}" type="pres">
      <dgm:prSet presAssocID="{BCD2F2F0-407C-4903-ABD3-F320E9898C28}" presName="Name5" presStyleLbl="vennNode1" presStyleIdx="3" presStyleCnt="6">
        <dgm:presLayoutVars>
          <dgm:bulletEnabled val="1"/>
        </dgm:presLayoutVars>
      </dgm:prSet>
      <dgm:spPr/>
    </dgm:pt>
    <dgm:pt modelId="{281E5661-E15A-4D8B-BB58-23DD9D9AB788}" type="pres">
      <dgm:prSet presAssocID="{06A3263E-8A69-453C-A5EE-3DCE06C2E13B}" presName="space" presStyleCnt="0"/>
      <dgm:spPr/>
    </dgm:pt>
    <dgm:pt modelId="{B3D651EF-8F57-4BFB-8C00-6B6ECD4ABAFE}" type="pres">
      <dgm:prSet presAssocID="{6FC59BB2-107E-4BC2-AA80-3FF917977F82}" presName="Name5" presStyleLbl="vennNode1" presStyleIdx="4" presStyleCnt="6">
        <dgm:presLayoutVars>
          <dgm:bulletEnabled val="1"/>
        </dgm:presLayoutVars>
      </dgm:prSet>
      <dgm:spPr/>
    </dgm:pt>
    <dgm:pt modelId="{6FFFE860-FACE-4CC2-B71F-F3B24EEDE239}" type="pres">
      <dgm:prSet presAssocID="{3D0580BA-DD20-45FF-AF5D-CA4EDB6FC500}" presName="space" presStyleCnt="0"/>
      <dgm:spPr/>
    </dgm:pt>
    <dgm:pt modelId="{3AD2CFFD-D341-48BF-86C0-CE66CE34E412}" type="pres">
      <dgm:prSet presAssocID="{8C6346DB-972A-47C0-9CAB-4168C62C2EE3}" presName="Name5" presStyleLbl="vennNode1" presStyleIdx="5" presStyleCnt="6">
        <dgm:presLayoutVars>
          <dgm:bulletEnabled val="1"/>
        </dgm:presLayoutVars>
      </dgm:prSet>
      <dgm:spPr/>
    </dgm:pt>
  </dgm:ptLst>
  <dgm:cxnLst>
    <dgm:cxn modelId="{DCD39809-EC89-4394-B584-A7463D472501}" srcId="{4230DDC0-6D31-461C-9B97-BEF7BDAEAA4D}" destId="{A04ED258-17BE-4C95-8CE6-8B34EEA19E07}" srcOrd="1" destOrd="0" parTransId="{32C0019A-5FB6-4289-BD11-C42DDCD51AF2}" sibTransId="{8913C788-CBF5-450A-A0CF-56A835D68014}"/>
    <dgm:cxn modelId="{FDA02A0C-BB6C-4383-A47A-1BEBE6D900A0}" srcId="{4230DDC0-6D31-461C-9B97-BEF7BDAEAA4D}" destId="{BCD2F2F0-407C-4903-ABD3-F320E9898C28}" srcOrd="3" destOrd="0" parTransId="{4614D096-70B0-4545-A330-5C555CCFA0A5}" sibTransId="{06A3263E-8A69-453C-A5EE-3DCE06C2E13B}"/>
    <dgm:cxn modelId="{B6571A1E-C98D-4371-886F-B2A00E648352}" type="presOf" srcId="{88072E3B-55DB-4AF3-8B9A-5A59F000EC07}" destId="{72C15FFD-4BB6-495F-B7CF-035ECDF89FF3}" srcOrd="0" destOrd="0" presId="urn:microsoft.com/office/officeart/2005/8/layout/venn3"/>
    <dgm:cxn modelId="{B536FB35-F254-4E7F-A50B-EE70F9A3FF27}" type="presOf" srcId="{6FC59BB2-107E-4BC2-AA80-3FF917977F82}" destId="{B3D651EF-8F57-4BFB-8C00-6B6ECD4ABAFE}" srcOrd="0" destOrd="0" presId="urn:microsoft.com/office/officeart/2005/8/layout/venn3"/>
    <dgm:cxn modelId="{3A7A7D37-15AF-4F73-9AEA-4203FB5D7927}" type="presOf" srcId="{BCD2F2F0-407C-4903-ABD3-F320E9898C28}" destId="{DE9FA962-1E8E-4E9B-BFD6-BC6CDCA4C34B}" srcOrd="0" destOrd="0" presId="urn:microsoft.com/office/officeart/2005/8/layout/venn3"/>
    <dgm:cxn modelId="{80244366-C0EA-460B-89A4-978FAB20AA23}" srcId="{4230DDC0-6D31-461C-9B97-BEF7BDAEAA4D}" destId="{B5DBBCC6-6871-44E5-8A3F-3D58D0F90749}" srcOrd="2" destOrd="0" parTransId="{97F5F7F4-2AEB-40EE-ACCE-59754E29197E}" sibTransId="{A5FBBEE3-0590-4412-AE56-56FA6B2C607D}"/>
    <dgm:cxn modelId="{21F94990-0A1A-4AA6-9ABE-A757E7E12BFA}" srcId="{4230DDC0-6D31-461C-9B97-BEF7BDAEAA4D}" destId="{8C6346DB-972A-47C0-9CAB-4168C62C2EE3}" srcOrd="5" destOrd="0" parTransId="{D9A2F430-CD55-4D9F-81A6-E63E37A1472E}" sibTransId="{EE052944-C538-4A6E-B5CC-5AA8853CBFB8}"/>
    <dgm:cxn modelId="{5EE56D92-3E36-4C6F-8854-A76C6ED6C1A6}" srcId="{4230DDC0-6D31-461C-9B97-BEF7BDAEAA4D}" destId="{88072E3B-55DB-4AF3-8B9A-5A59F000EC07}" srcOrd="0" destOrd="0" parTransId="{CC0DB507-89E5-4175-8B34-FA68005EEAE7}" sibTransId="{032265C7-BBC5-48D6-B778-F6C4F3D6126A}"/>
    <dgm:cxn modelId="{7F92C4B4-15FD-4548-B88F-C5805E3D333A}" srcId="{4230DDC0-6D31-461C-9B97-BEF7BDAEAA4D}" destId="{6FC59BB2-107E-4BC2-AA80-3FF917977F82}" srcOrd="4" destOrd="0" parTransId="{32C7C59B-0735-4CAC-B7D9-A8A325B94714}" sibTransId="{3D0580BA-DD20-45FF-AF5D-CA4EDB6FC500}"/>
    <dgm:cxn modelId="{2A7444B6-A91A-4D27-A9BC-1AB4522DF3F4}" type="presOf" srcId="{B5DBBCC6-6871-44E5-8A3F-3D58D0F90749}" destId="{8DA34908-C6F0-4C15-8702-18BAADE0AA53}" srcOrd="0" destOrd="0" presId="urn:microsoft.com/office/officeart/2005/8/layout/venn3"/>
    <dgm:cxn modelId="{E54CD5B7-DCF3-4BF6-892B-A62E9A2DB6A0}" type="presOf" srcId="{A04ED258-17BE-4C95-8CE6-8B34EEA19E07}" destId="{B2758DCE-9DC7-4FCA-B97C-31A036603AEB}" srcOrd="0" destOrd="0" presId="urn:microsoft.com/office/officeart/2005/8/layout/venn3"/>
    <dgm:cxn modelId="{B540C8E9-BD1A-40DB-B66D-281DE3AE9B24}" type="presOf" srcId="{8C6346DB-972A-47C0-9CAB-4168C62C2EE3}" destId="{3AD2CFFD-D341-48BF-86C0-CE66CE34E412}" srcOrd="0" destOrd="0" presId="urn:microsoft.com/office/officeart/2005/8/layout/venn3"/>
    <dgm:cxn modelId="{F43351EB-5A5C-46E1-BE9A-09E78493EEC4}" type="presOf" srcId="{4230DDC0-6D31-461C-9B97-BEF7BDAEAA4D}" destId="{87FBC2D4-27E4-4B1C-9145-4BD5665DE48D}" srcOrd="0" destOrd="0" presId="urn:microsoft.com/office/officeart/2005/8/layout/venn3"/>
    <dgm:cxn modelId="{56323817-DD3A-495B-A01C-70F4876CC53D}" type="presParOf" srcId="{87FBC2D4-27E4-4B1C-9145-4BD5665DE48D}" destId="{72C15FFD-4BB6-495F-B7CF-035ECDF89FF3}" srcOrd="0" destOrd="0" presId="urn:microsoft.com/office/officeart/2005/8/layout/venn3"/>
    <dgm:cxn modelId="{342DC5E2-68BC-4F9A-A022-02712D78AEE7}" type="presParOf" srcId="{87FBC2D4-27E4-4B1C-9145-4BD5665DE48D}" destId="{A2E42111-35CE-458B-8E8C-847E45F09D14}" srcOrd="1" destOrd="0" presId="urn:microsoft.com/office/officeart/2005/8/layout/venn3"/>
    <dgm:cxn modelId="{32BA83FD-59AA-4D48-8E68-D062AB21CDDB}" type="presParOf" srcId="{87FBC2D4-27E4-4B1C-9145-4BD5665DE48D}" destId="{B2758DCE-9DC7-4FCA-B97C-31A036603AEB}" srcOrd="2" destOrd="0" presId="urn:microsoft.com/office/officeart/2005/8/layout/venn3"/>
    <dgm:cxn modelId="{558A14BE-721E-4D23-991F-D315AE76D7D8}" type="presParOf" srcId="{87FBC2D4-27E4-4B1C-9145-4BD5665DE48D}" destId="{33EF4358-2FBD-480B-996D-107E2A80DC67}" srcOrd="3" destOrd="0" presId="urn:microsoft.com/office/officeart/2005/8/layout/venn3"/>
    <dgm:cxn modelId="{43D41105-84F6-4365-80B8-70EE0F9183F1}" type="presParOf" srcId="{87FBC2D4-27E4-4B1C-9145-4BD5665DE48D}" destId="{8DA34908-C6F0-4C15-8702-18BAADE0AA53}" srcOrd="4" destOrd="0" presId="urn:microsoft.com/office/officeart/2005/8/layout/venn3"/>
    <dgm:cxn modelId="{35D139A7-AC19-4074-BC0F-68D841B13B07}" type="presParOf" srcId="{87FBC2D4-27E4-4B1C-9145-4BD5665DE48D}" destId="{68E0CAA7-01DA-436C-96AF-F7EAD9EBCF9B}" srcOrd="5" destOrd="0" presId="urn:microsoft.com/office/officeart/2005/8/layout/venn3"/>
    <dgm:cxn modelId="{761F0AD0-A9D3-4A41-9037-C5EB190F1B74}" type="presParOf" srcId="{87FBC2D4-27E4-4B1C-9145-4BD5665DE48D}" destId="{DE9FA962-1E8E-4E9B-BFD6-BC6CDCA4C34B}" srcOrd="6" destOrd="0" presId="urn:microsoft.com/office/officeart/2005/8/layout/venn3"/>
    <dgm:cxn modelId="{6B88440A-8824-4067-B1B2-864C4E3ED458}" type="presParOf" srcId="{87FBC2D4-27E4-4B1C-9145-4BD5665DE48D}" destId="{281E5661-E15A-4D8B-BB58-23DD9D9AB788}" srcOrd="7" destOrd="0" presId="urn:microsoft.com/office/officeart/2005/8/layout/venn3"/>
    <dgm:cxn modelId="{1A720179-8869-41CC-BA5B-B28FD3E97122}" type="presParOf" srcId="{87FBC2D4-27E4-4B1C-9145-4BD5665DE48D}" destId="{B3D651EF-8F57-4BFB-8C00-6B6ECD4ABAFE}" srcOrd="8" destOrd="0" presId="urn:microsoft.com/office/officeart/2005/8/layout/venn3"/>
    <dgm:cxn modelId="{719DE5FF-81AF-4A3F-BAC2-7AC59FD69D5F}" type="presParOf" srcId="{87FBC2D4-27E4-4B1C-9145-4BD5665DE48D}" destId="{6FFFE860-FACE-4CC2-B71F-F3B24EEDE239}" srcOrd="9" destOrd="0" presId="urn:microsoft.com/office/officeart/2005/8/layout/venn3"/>
    <dgm:cxn modelId="{8A76B79D-B072-4865-B653-131097952A95}" type="presParOf" srcId="{87FBC2D4-27E4-4B1C-9145-4BD5665DE48D}" destId="{3AD2CFFD-D341-48BF-86C0-CE66CE34E412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15FFD-4BB6-495F-B7CF-035ECDF89FF3}">
      <dsp:nvSpPr>
        <dsp:cNvPr id="0" name=""/>
        <dsp:cNvSpPr/>
      </dsp:nvSpPr>
      <dsp:spPr>
        <a:xfrm>
          <a:off x="747893" y="207"/>
          <a:ext cx="1412224" cy="1412224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</a:rPr>
            <a:t>Growing Demand</a:t>
          </a:r>
          <a:endParaRPr lang="en-US" sz="1100" kern="1200" dirty="0"/>
        </a:p>
      </dsp:txBody>
      <dsp:txXfrm>
        <a:off x="954708" y="207022"/>
        <a:ext cx="998594" cy="998594"/>
      </dsp:txXfrm>
    </dsp:sp>
    <dsp:sp modelId="{B2758DCE-9DC7-4FCA-B97C-31A036603AEB}">
      <dsp:nvSpPr>
        <dsp:cNvPr id="0" name=""/>
        <dsp:cNvSpPr/>
      </dsp:nvSpPr>
      <dsp:spPr>
        <a:xfrm>
          <a:off x="1877673" y="207"/>
          <a:ext cx="1412224" cy="1412224"/>
        </a:xfrm>
        <a:prstGeom prst="ellipse">
          <a:avLst/>
        </a:prstGeom>
        <a:solidFill>
          <a:schemeClr val="accent5">
            <a:alpha val="50000"/>
            <a:hueOff val="-176409"/>
            <a:satOff val="-17544"/>
            <a:lumOff val="-40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Regulatory and Policy support</a:t>
          </a:r>
        </a:p>
      </dsp:txBody>
      <dsp:txXfrm>
        <a:off x="2084488" y="207022"/>
        <a:ext cx="998594" cy="998594"/>
      </dsp:txXfrm>
    </dsp:sp>
    <dsp:sp modelId="{8DA34908-C6F0-4C15-8702-18BAADE0AA53}">
      <dsp:nvSpPr>
        <dsp:cNvPr id="0" name=""/>
        <dsp:cNvSpPr/>
      </dsp:nvSpPr>
      <dsp:spPr>
        <a:xfrm>
          <a:off x="3007452" y="207"/>
          <a:ext cx="1412224" cy="1412224"/>
        </a:xfrm>
        <a:prstGeom prst="ellipse">
          <a:avLst/>
        </a:prstGeom>
        <a:solidFill>
          <a:schemeClr val="accent5">
            <a:alpha val="50000"/>
            <a:hueOff val="-352817"/>
            <a:satOff val="-35088"/>
            <a:lumOff val="-81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Tech advancements</a:t>
          </a:r>
        </a:p>
      </dsp:txBody>
      <dsp:txXfrm>
        <a:off x="3214267" y="207022"/>
        <a:ext cx="998594" cy="998594"/>
      </dsp:txXfrm>
    </dsp:sp>
    <dsp:sp modelId="{DE9FA962-1E8E-4E9B-BFD6-BC6CDCA4C34B}">
      <dsp:nvSpPr>
        <dsp:cNvPr id="0" name=""/>
        <dsp:cNvSpPr/>
      </dsp:nvSpPr>
      <dsp:spPr>
        <a:xfrm>
          <a:off x="4137231" y="207"/>
          <a:ext cx="1412224" cy="1412224"/>
        </a:xfrm>
        <a:prstGeom prst="ellipse">
          <a:avLst/>
        </a:prstGeom>
        <a:solidFill>
          <a:schemeClr val="accent5">
            <a:alpha val="50000"/>
            <a:hueOff val="-529226"/>
            <a:satOff val="-52631"/>
            <a:lumOff val="-122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Funding for sustainable business</a:t>
          </a:r>
        </a:p>
      </dsp:txBody>
      <dsp:txXfrm>
        <a:off x="4344046" y="207022"/>
        <a:ext cx="998594" cy="998594"/>
      </dsp:txXfrm>
    </dsp:sp>
    <dsp:sp modelId="{B3D651EF-8F57-4BFB-8C00-6B6ECD4ABAFE}">
      <dsp:nvSpPr>
        <dsp:cNvPr id="0" name=""/>
        <dsp:cNvSpPr/>
      </dsp:nvSpPr>
      <dsp:spPr>
        <a:xfrm>
          <a:off x="5267010" y="207"/>
          <a:ext cx="1412224" cy="1412224"/>
        </a:xfrm>
        <a:prstGeom prst="ellipse">
          <a:avLst/>
        </a:prstGeom>
        <a:solidFill>
          <a:schemeClr val="accent5">
            <a:alpha val="50000"/>
            <a:hueOff val="-705634"/>
            <a:satOff val="-70175"/>
            <a:lumOff val="-163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Resource Efficiency</a:t>
          </a:r>
        </a:p>
      </dsp:txBody>
      <dsp:txXfrm>
        <a:off x="5473825" y="207022"/>
        <a:ext cx="998594" cy="998594"/>
      </dsp:txXfrm>
    </dsp:sp>
    <dsp:sp modelId="{3AD2CFFD-D341-48BF-86C0-CE66CE34E412}">
      <dsp:nvSpPr>
        <dsp:cNvPr id="0" name=""/>
        <dsp:cNvSpPr/>
      </dsp:nvSpPr>
      <dsp:spPr>
        <a:xfrm>
          <a:off x="6396790" y="207"/>
          <a:ext cx="1412224" cy="1412224"/>
        </a:xfrm>
        <a:prstGeom prst="ellipse">
          <a:avLst/>
        </a:prstGeom>
        <a:solidFill>
          <a:schemeClr val="accent5">
            <a:alpha val="50000"/>
            <a:hueOff val="-882043"/>
            <a:satOff val="-87719"/>
            <a:lumOff val="-203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7719" tIns="13970" rIns="77719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Market Trends</a:t>
          </a:r>
        </a:p>
      </dsp:txBody>
      <dsp:txXfrm>
        <a:off x="6603605" y="207022"/>
        <a:ext cx="998594" cy="998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8C21-77E0-7425-C8A5-725CEC83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B8DDB-61E7-5B97-B578-F30D19FA3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BA444-6F3A-D66A-40C9-FCEC4B2D0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4022F-CB93-7FA2-32BE-FE66CFD2A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291A2-B26F-4074-B066-7372E33914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372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31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31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59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8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2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4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6720160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027948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4346617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9930553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1577346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103874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219571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-13891" y="4883358"/>
            <a:ext cx="9171782" cy="260141"/>
            <a:chOff x="-25400" y="4883358"/>
            <a:chExt cx="9171782" cy="260141"/>
          </a:xfrm>
          <a:gradFill flip="none" rotWithShape="1">
            <a:gsLst>
              <a:gs pos="0">
                <a:schemeClr val="bg1">
                  <a:shade val="67500"/>
                  <a:satMod val="115000"/>
                  <a:alpha val="80000"/>
                </a:schemeClr>
              </a:gs>
              <a:gs pos="51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18" name="Freeform 5"/>
            <p:cNvSpPr>
              <a:spLocks/>
            </p:cNvSpPr>
            <p:nvPr userDrawn="1"/>
          </p:nvSpPr>
          <p:spPr bwMode="auto">
            <a:xfrm>
              <a:off x="229739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6"/>
            <p:cNvSpPr>
              <a:spLocks/>
            </p:cNvSpPr>
            <p:nvPr userDrawn="1"/>
          </p:nvSpPr>
          <p:spPr bwMode="auto">
            <a:xfrm>
              <a:off x="94665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-12059" y="4883358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/>
            </p:cNvSpPr>
            <p:nvPr userDrawn="1"/>
          </p:nvSpPr>
          <p:spPr bwMode="auto">
            <a:xfrm>
              <a:off x="816724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/>
            </p:cNvSpPr>
            <p:nvPr userDrawn="1"/>
          </p:nvSpPr>
          <p:spPr bwMode="auto">
            <a:xfrm>
              <a:off x="710000" y="4883358"/>
              <a:ext cx="118398" cy="123400"/>
            </a:xfrm>
            <a:custGeom>
              <a:avLst/>
              <a:gdLst>
                <a:gd name="T0" fmla="*/ 642 w 642"/>
                <a:gd name="T1" fmla="*/ 192 h 666"/>
                <a:gd name="T2" fmla="*/ 642 w 642"/>
                <a:gd name="T3" fmla="*/ 0 h 666"/>
                <a:gd name="T4" fmla="*/ 563 w 642"/>
                <a:gd name="T5" fmla="*/ 0 h 666"/>
                <a:gd name="T6" fmla="*/ 482 w 642"/>
                <a:gd name="T7" fmla="*/ 0 h 666"/>
                <a:gd name="T8" fmla="*/ 401 w 642"/>
                <a:gd name="T9" fmla="*/ 0 h 666"/>
                <a:gd name="T10" fmla="*/ 321 w 642"/>
                <a:gd name="T11" fmla="*/ 0 h 666"/>
                <a:gd name="T12" fmla="*/ 240 w 642"/>
                <a:gd name="T13" fmla="*/ 0 h 666"/>
                <a:gd name="T14" fmla="*/ 160 w 642"/>
                <a:gd name="T15" fmla="*/ 0 h 666"/>
                <a:gd name="T16" fmla="*/ 79 w 642"/>
                <a:gd name="T17" fmla="*/ 0 h 666"/>
                <a:gd name="T18" fmla="*/ 0 w 642"/>
                <a:gd name="T19" fmla="*/ 0 h 666"/>
                <a:gd name="T20" fmla="*/ 0 w 642"/>
                <a:gd name="T21" fmla="*/ 192 h 666"/>
                <a:gd name="T22" fmla="*/ 188 w 642"/>
                <a:gd name="T23" fmla="*/ 192 h 666"/>
                <a:gd name="T24" fmla="*/ 188 w 642"/>
                <a:gd name="T25" fmla="*/ 666 h 666"/>
                <a:gd name="T26" fmla="*/ 454 w 642"/>
                <a:gd name="T27" fmla="*/ 666 h 666"/>
                <a:gd name="T28" fmla="*/ 454 w 642"/>
                <a:gd name="T29" fmla="*/ 192 h 666"/>
                <a:gd name="T30" fmla="*/ 642 w 642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2" h="666">
                  <a:moveTo>
                    <a:pt x="642" y="192"/>
                  </a:moveTo>
                  <a:lnTo>
                    <a:pt x="642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2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576594" y="4883358"/>
              <a:ext cx="145079" cy="123400"/>
            </a:xfrm>
            <a:custGeom>
              <a:avLst/>
              <a:gdLst>
                <a:gd name="T0" fmla="*/ 395 w 792"/>
                <a:gd name="T1" fmla="*/ 268 h 666"/>
                <a:gd name="T2" fmla="*/ 260 w 792"/>
                <a:gd name="T3" fmla="*/ 666 h 666"/>
                <a:gd name="T4" fmla="*/ 0 w 792"/>
                <a:gd name="T5" fmla="*/ 666 h 666"/>
                <a:gd name="T6" fmla="*/ 255 w 792"/>
                <a:gd name="T7" fmla="*/ 0 h 666"/>
                <a:gd name="T8" fmla="*/ 289 w 792"/>
                <a:gd name="T9" fmla="*/ 0 h 666"/>
                <a:gd name="T10" fmla="*/ 325 w 792"/>
                <a:gd name="T11" fmla="*/ 0 h 666"/>
                <a:gd name="T12" fmla="*/ 361 w 792"/>
                <a:gd name="T13" fmla="*/ 0 h 666"/>
                <a:gd name="T14" fmla="*/ 395 w 792"/>
                <a:gd name="T15" fmla="*/ 0 h 666"/>
                <a:gd name="T16" fmla="*/ 431 w 792"/>
                <a:gd name="T17" fmla="*/ 0 h 666"/>
                <a:gd name="T18" fmla="*/ 465 w 792"/>
                <a:gd name="T19" fmla="*/ 0 h 666"/>
                <a:gd name="T20" fmla="*/ 501 w 792"/>
                <a:gd name="T21" fmla="*/ 0 h 666"/>
                <a:gd name="T22" fmla="*/ 536 w 792"/>
                <a:gd name="T23" fmla="*/ 0 h 666"/>
                <a:gd name="T24" fmla="*/ 792 w 792"/>
                <a:gd name="T25" fmla="*/ 666 h 666"/>
                <a:gd name="T26" fmla="*/ 531 w 792"/>
                <a:gd name="T27" fmla="*/ 666 h 666"/>
                <a:gd name="T28" fmla="*/ 395 w 792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2" h="666">
                  <a:moveTo>
                    <a:pt x="395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2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1"/>
            <p:cNvSpPr>
              <a:spLocks/>
            </p:cNvSpPr>
            <p:nvPr userDrawn="1"/>
          </p:nvSpPr>
          <p:spPr bwMode="auto">
            <a:xfrm>
              <a:off x="469869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2"/>
            <p:cNvSpPr>
              <a:spLocks/>
            </p:cNvSpPr>
            <p:nvPr userDrawn="1"/>
          </p:nvSpPr>
          <p:spPr bwMode="auto">
            <a:xfrm>
              <a:off x="1296985" y="4883358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3"/>
            <p:cNvSpPr>
              <a:spLocks/>
            </p:cNvSpPr>
            <p:nvPr userDrawn="1"/>
          </p:nvSpPr>
          <p:spPr bwMode="auto">
            <a:xfrm>
              <a:off x="1191927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4"/>
            <p:cNvSpPr>
              <a:spLocks/>
            </p:cNvSpPr>
            <p:nvPr userDrawn="1"/>
          </p:nvSpPr>
          <p:spPr bwMode="auto">
            <a:xfrm>
              <a:off x="1056854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9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"/>
            <p:cNvSpPr>
              <a:spLocks/>
            </p:cNvSpPr>
            <p:nvPr userDrawn="1"/>
          </p:nvSpPr>
          <p:spPr bwMode="auto">
            <a:xfrm>
              <a:off x="950130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2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1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1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/>
            <p:cNvSpPr>
              <a:spLocks/>
            </p:cNvSpPr>
            <p:nvPr userDrawn="1"/>
          </p:nvSpPr>
          <p:spPr bwMode="auto">
            <a:xfrm>
              <a:off x="1778912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7"/>
            <p:cNvSpPr>
              <a:spLocks/>
            </p:cNvSpPr>
            <p:nvPr userDrawn="1"/>
          </p:nvSpPr>
          <p:spPr bwMode="auto">
            <a:xfrm>
              <a:off x="1672188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8"/>
            <p:cNvSpPr>
              <a:spLocks/>
            </p:cNvSpPr>
            <p:nvPr userDrawn="1"/>
          </p:nvSpPr>
          <p:spPr bwMode="auto">
            <a:xfrm>
              <a:off x="1538782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2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2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9"/>
            <p:cNvSpPr>
              <a:spLocks/>
            </p:cNvSpPr>
            <p:nvPr userDrawn="1"/>
          </p:nvSpPr>
          <p:spPr bwMode="auto">
            <a:xfrm>
              <a:off x="1432058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6 w 643"/>
                <a:gd name="T27" fmla="*/ 666 h 666"/>
                <a:gd name="T28" fmla="*/ 456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0"/>
            <p:cNvSpPr>
              <a:spLocks/>
            </p:cNvSpPr>
            <p:nvPr userDrawn="1"/>
          </p:nvSpPr>
          <p:spPr bwMode="auto">
            <a:xfrm>
              <a:off x="2259173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1"/>
            <p:cNvSpPr>
              <a:spLocks/>
            </p:cNvSpPr>
            <p:nvPr userDrawn="1"/>
          </p:nvSpPr>
          <p:spPr bwMode="auto">
            <a:xfrm>
              <a:off x="2154116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3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8 w 643"/>
                <a:gd name="T23" fmla="*/ 192 h 666"/>
                <a:gd name="T24" fmla="*/ 188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3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"/>
            <p:cNvSpPr>
              <a:spLocks/>
            </p:cNvSpPr>
            <p:nvPr userDrawn="1"/>
          </p:nvSpPr>
          <p:spPr bwMode="auto">
            <a:xfrm>
              <a:off x="2019043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2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2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"/>
            <p:cNvSpPr>
              <a:spLocks/>
            </p:cNvSpPr>
            <p:nvPr userDrawn="1"/>
          </p:nvSpPr>
          <p:spPr bwMode="auto">
            <a:xfrm>
              <a:off x="1912318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"/>
            <p:cNvSpPr>
              <a:spLocks/>
            </p:cNvSpPr>
            <p:nvPr userDrawn="1"/>
          </p:nvSpPr>
          <p:spPr bwMode="auto">
            <a:xfrm>
              <a:off x="2741102" y="4883358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5"/>
            <p:cNvSpPr>
              <a:spLocks/>
            </p:cNvSpPr>
            <p:nvPr userDrawn="1"/>
          </p:nvSpPr>
          <p:spPr bwMode="auto">
            <a:xfrm>
              <a:off x="2634377" y="4883358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3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3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6"/>
            <p:cNvSpPr>
              <a:spLocks/>
            </p:cNvSpPr>
            <p:nvPr userDrawn="1"/>
          </p:nvSpPr>
          <p:spPr bwMode="auto">
            <a:xfrm>
              <a:off x="2500971" y="4883358"/>
              <a:ext cx="145079" cy="123400"/>
            </a:xfrm>
            <a:custGeom>
              <a:avLst/>
              <a:gdLst>
                <a:gd name="T0" fmla="*/ 397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7"/>
            <p:cNvSpPr>
              <a:spLocks/>
            </p:cNvSpPr>
            <p:nvPr userDrawn="1"/>
          </p:nvSpPr>
          <p:spPr bwMode="auto">
            <a:xfrm>
              <a:off x="2394247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8"/>
            <p:cNvSpPr>
              <a:spLocks/>
            </p:cNvSpPr>
            <p:nvPr userDrawn="1"/>
          </p:nvSpPr>
          <p:spPr bwMode="auto">
            <a:xfrm>
              <a:off x="3223029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4 w 791"/>
                <a:gd name="T19" fmla="*/ 0 h 666"/>
                <a:gd name="T20" fmla="*/ 500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4" y="0"/>
                  </a:lnTo>
                  <a:lnTo>
                    <a:pt x="500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9"/>
            <p:cNvSpPr>
              <a:spLocks/>
            </p:cNvSpPr>
            <p:nvPr userDrawn="1"/>
          </p:nvSpPr>
          <p:spPr bwMode="auto">
            <a:xfrm>
              <a:off x="3114638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0"/>
            <p:cNvSpPr>
              <a:spLocks/>
            </p:cNvSpPr>
            <p:nvPr userDrawn="1"/>
          </p:nvSpPr>
          <p:spPr bwMode="auto">
            <a:xfrm>
              <a:off x="2981232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1"/>
            <p:cNvSpPr>
              <a:spLocks/>
            </p:cNvSpPr>
            <p:nvPr userDrawn="1"/>
          </p:nvSpPr>
          <p:spPr bwMode="auto">
            <a:xfrm>
              <a:off x="2874507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2"/>
            <p:cNvSpPr>
              <a:spLocks/>
            </p:cNvSpPr>
            <p:nvPr userDrawn="1"/>
          </p:nvSpPr>
          <p:spPr bwMode="auto">
            <a:xfrm>
              <a:off x="3703290" y="4883358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3"/>
            <p:cNvSpPr>
              <a:spLocks/>
            </p:cNvSpPr>
            <p:nvPr userDrawn="1"/>
          </p:nvSpPr>
          <p:spPr bwMode="auto">
            <a:xfrm>
              <a:off x="3596565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3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3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4"/>
            <p:cNvSpPr>
              <a:spLocks/>
            </p:cNvSpPr>
            <p:nvPr userDrawn="1"/>
          </p:nvSpPr>
          <p:spPr bwMode="auto">
            <a:xfrm>
              <a:off x="3463160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5"/>
            <p:cNvSpPr>
              <a:spLocks/>
            </p:cNvSpPr>
            <p:nvPr userDrawn="1"/>
          </p:nvSpPr>
          <p:spPr bwMode="auto">
            <a:xfrm>
              <a:off x="3356435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0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8 w 643"/>
                <a:gd name="T23" fmla="*/ 192 h 666"/>
                <a:gd name="T24" fmla="*/ 188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6"/>
            <p:cNvSpPr>
              <a:spLocks/>
            </p:cNvSpPr>
            <p:nvPr userDrawn="1"/>
          </p:nvSpPr>
          <p:spPr bwMode="auto">
            <a:xfrm>
              <a:off x="4183551" y="4883358"/>
              <a:ext cx="146746" cy="123400"/>
            </a:xfrm>
            <a:custGeom>
              <a:avLst/>
              <a:gdLst>
                <a:gd name="T0" fmla="*/ 394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8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8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7"/>
            <p:cNvSpPr>
              <a:spLocks/>
            </p:cNvSpPr>
            <p:nvPr userDrawn="1"/>
          </p:nvSpPr>
          <p:spPr bwMode="auto">
            <a:xfrm>
              <a:off x="4076826" y="4883358"/>
              <a:ext cx="120065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2 w 645"/>
                <a:gd name="T7" fmla="*/ 0 h 666"/>
                <a:gd name="T8" fmla="*/ 403 w 645"/>
                <a:gd name="T9" fmla="*/ 0 h 666"/>
                <a:gd name="T10" fmla="*/ 322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1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8"/>
            <p:cNvSpPr>
              <a:spLocks/>
            </p:cNvSpPr>
            <p:nvPr userDrawn="1"/>
          </p:nvSpPr>
          <p:spPr bwMode="auto">
            <a:xfrm>
              <a:off x="3943420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9"/>
            <p:cNvSpPr>
              <a:spLocks/>
            </p:cNvSpPr>
            <p:nvPr userDrawn="1"/>
          </p:nvSpPr>
          <p:spPr bwMode="auto">
            <a:xfrm>
              <a:off x="3836696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0"/>
            <p:cNvSpPr>
              <a:spLocks/>
            </p:cNvSpPr>
            <p:nvPr userDrawn="1"/>
          </p:nvSpPr>
          <p:spPr bwMode="auto">
            <a:xfrm>
              <a:off x="4425349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1"/>
            <p:cNvSpPr>
              <a:spLocks/>
            </p:cNvSpPr>
            <p:nvPr userDrawn="1"/>
          </p:nvSpPr>
          <p:spPr bwMode="auto">
            <a:xfrm>
              <a:off x="4318624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2"/>
            <p:cNvSpPr>
              <a:spLocks/>
            </p:cNvSpPr>
            <p:nvPr userDrawn="1"/>
          </p:nvSpPr>
          <p:spPr bwMode="auto">
            <a:xfrm>
              <a:off x="-25400" y="5020099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3"/>
            <p:cNvSpPr>
              <a:spLocks/>
            </p:cNvSpPr>
            <p:nvPr userDrawn="1"/>
          </p:nvSpPr>
          <p:spPr bwMode="auto">
            <a:xfrm>
              <a:off x="456529" y="5020099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4"/>
            <p:cNvSpPr>
              <a:spLocks/>
            </p:cNvSpPr>
            <p:nvPr userDrawn="1"/>
          </p:nvSpPr>
          <p:spPr bwMode="auto">
            <a:xfrm>
              <a:off x="349804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7 w 643"/>
                <a:gd name="T23" fmla="*/ 192 h 666"/>
                <a:gd name="T24" fmla="*/ 187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7" y="192"/>
                  </a:lnTo>
                  <a:lnTo>
                    <a:pt x="187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5"/>
            <p:cNvSpPr>
              <a:spLocks/>
            </p:cNvSpPr>
            <p:nvPr userDrawn="1"/>
          </p:nvSpPr>
          <p:spPr bwMode="auto">
            <a:xfrm>
              <a:off x="214730" y="5020099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6"/>
            <p:cNvSpPr>
              <a:spLocks/>
            </p:cNvSpPr>
            <p:nvPr userDrawn="1"/>
          </p:nvSpPr>
          <p:spPr bwMode="auto">
            <a:xfrm>
              <a:off x="108006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7"/>
            <p:cNvSpPr>
              <a:spLocks/>
            </p:cNvSpPr>
            <p:nvPr userDrawn="1"/>
          </p:nvSpPr>
          <p:spPr bwMode="auto">
            <a:xfrm>
              <a:off x="936789" y="5020099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8"/>
            <p:cNvSpPr>
              <a:spLocks/>
            </p:cNvSpPr>
            <p:nvPr userDrawn="1"/>
          </p:nvSpPr>
          <p:spPr bwMode="auto">
            <a:xfrm>
              <a:off x="830065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2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2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2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2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9"/>
            <p:cNvSpPr>
              <a:spLocks/>
            </p:cNvSpPr>
            <p:nvPr userDrawn="1"/>
          </p:nvSpPr>
          <p:spPr bwMode="auto">
            <a:xfrm>
              <a:off x="696659" y="5020099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0"/>
            <p:cNvSpPr>
              <a:spLocks/>
            </p:cNvSpPr>
            <p:nvPr userDrawn="1"/>
          </p:nvSpPr>
          <p:spPr bwMode="auto">
            <a:xfrm>
              <a:off x="589934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1"/>
            <p:cNvSpPr>
              <a:spLocks/>
            </p:cNvSpPr>
            <p:nvPr userDrawn="1"/>
          </p:nvSpPr>
          <p:spPr bwMode="auto">
            <a:xfrm>
              <a:off x="1418717" y="5020099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2"/>
            <p:cNvSpPr>
              <a:spLocks/>
            </p:cNvSpPr>
            <p:nvPr userDrawn="1"/>
          </p:nvSpPr>
          <p:spPr bwMode="auto">
            <a:xfrm>
              <a:off x="1311992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3"/>
            <p:cNvSpPr>
              <a:spLocks/>
            </p:cNvSpPr>
            <p:nvPr userDrawn="1"/>
          </p:nvSpPr>
          <p:spPr bwMode="auto">
            <a:xfrm>
              <a:off x="1176920" y="5020099"/>
              <a:ext cx="146746" cy="123400"/>
            </a:xfrm>
            <a:custGeom>
              <a:avLst/>
              <a:gdLst>
                <a:gd name="T0" fmla="*/ 397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4"/>
            <p:cNvSpPr>
              <a:spLocks/>
            </p:cNvSpPr>
            <p:nvPr userDrawn="1"/>
          </p:nvSpPr>
          <p:spPr bwMode="auto">
            <a:xfrm>
              <a:off x="1070195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5"/>
            <p:cNvSpPr>
              <a:spLocks/>
            </p:cNvSpPr>
            <p:nvPr userDrawn="1"/>
          </p:nvSpPr>
          <p:spPr bwMode="auto">
            <a:xfrm>
              <a:off x="1898978" y="5020099"/>
              <a:ext cx="146746" cy="123400"/>
            </a:xfrm>
            <a:custGeom>
              <a:avLst/>
              <a:gdLst>
                <a:gd name="T0" fmla="*/ 395 w 792"/>
                <a:gd name="T1" fmla="*/ 268 h 666"/>
                <a:gd name="T2" fmla="*/ 260 w 792"/>
                <a:gd name="T3" fmla="*/ 666 h 666"/>
                <a:gd name="T4" fmla="*/ 0 w 792"/>
                <a:gd name="T5" fmla="*/ 666 h 666"/>
                <a:gd name="T6" fmla="*/ 255 w 792"/>
                <a:gd name="T7" fmla="*/ 0 h 666"/>
                <a:gd name="T8" fmla="*/ 291 w 792"/>
                <a:gd name="T9" fmla="*/ 0 h 666"/>
                <a:gd name="T10" fmla="*/ 325 w 792"/>
                <a:gd name="T11" fmla="*/ 0 h 666"/>
                <a:gd name="T12" fmla="*/ 361 w 792"/>
                <a:gd name="T13" fmla="*/ 0 h 666"/>
                <a:gd name="T14" fmla="*/ 395 w 792"/>
                <a:gd name="T15" fmla="*/ 0 h 666"/>
                <a:gd name="T16" fmla="*/ 431 w 792"/>
                <a:gd name="T17" fmla="*/ 0 h 666"/>
                <a:gd name="T18" fmla="*/ 465 w 792"/>
                <a:gd name="T19" fmla="*/ 0 h 666"/>
                <a:gd name="T20" fmla="*/ 501 w 792"/>
                <a:gd name="T21" fmla="*/ 0 h 666"/>
                <a:gd name="T22" fmla="*/ 536 w 792"/>
                <a:gd name="T23" fmla="*/ 0 h 666"/>
                <a:gd name="T24" fmla="*/ 792 w 792"/>
                <a:gd name="T25" fmla="*/ 666 h 666"/>
                <a:gd name="T26" fmla="*/ 531 w 792"/>
                <a:gd name="T27" fmla="*/ 666 h 666"/>
                <a:gd name="T28" fmla="*/ 395 w 792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2" h="666">
                  <a:moveTo>
                    <a:pt x="395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2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6"/>
            <p:cNvSpPr>
              <a:spLocks/>
            </p:cNvSpPr>
            <p:nvPr userDrawn="1"/>
          </p:nvSpPr>
          <p:spPr bwMode="auto">
            <a:xfrm>
              <a:off x="1792253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7"/>
            <p:cNvSpPr>
              <a:spLocks/>
            </p:cNvSpPr>
            <p:nvPr userDrawn="1"/>
          </p:nvSpPr>
          <p:spPr bwMode="auto">
            <a:xfrm>
              <a:off x="1658847" y="5020099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8"/>
            <p:cNvSpPr>
              <a:spLocks/>
            </p:cNvSpPr>
            <p:nvPr userDrawn="1"/>
          </p:nvSpPr>
          <p:spPr bwMode="auto">
            <a:xfrm>
              <a:off x="1552123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9"/>
            <p:cNvSpPr>
              <a:spLocks/>
            </p:cNvSpPr>
            <p:nvPr userDrawn="1"/>
          </p:nvSpPr>
          <p:spPr bwMode="auto">
            <a:xfrm>
              <a:off x="2380906" y="5020099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9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0"/>
            <p:cNvSpPr>
              <a:spLocks/>
            </p:cNvSpPr>
            <p:nvPr userDrawn="1"/>
          </p:nvSpPr>
          <p:spPr bwMode="auto">
            <a:xfrm>
              <a:off x="2274182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2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61"/>
            <p:cNvSpPr>
              <a:spLocks/>
            </p:cNvSpPr>
            <p:nvPr userDrawn="1"/>
          </p:nvSpPr>
          <p:spPr bwMode="auto">
            <a:xfrm>
              <a:off x="2139108" y="5020099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2"/>
            <p:cNvSpPr>
              <a:spLocks/>
            </p:cNvSpPr>
            <p:nvPr userDrawn="1"/>
          </p:nvSpPr>
          <p:spPr bwMode="auto">
            <a:xfrm>
              <a:off x="2032383" y="5020099"/>
              <a:ext cx="118398" cy="123400"/>
            </a:xfrm>
            <a:custGeom>
              <a:avLst/>
              <a:gdLst>
                <a:gd name="T0" fmla="*/ 642 w 642"/>
                <a:gd name="T1" fmla="*/ 192 h 666"/>
                <a:gd name="T2" fmla="*/ 642 w 642"/>
                <a:gd name="T3" fmla="*/ 0 h 666"/>
                <a:gd name="T4" fmla="*/ 563 w 642"/>
                <a:gd name="T5" fmla="*/ 0 h 666"/>
                <a:gd name="T6" fmla="*/ 482 w 642"/>
                <a:gd name="T7" fmla="*/ 0 h 666"/>
                <a:gd name="T8" fmla="*/ 401 w 642"/>
                <a:gd name="T9" fmla="*/ 0 h 666"/>
                <a:gd name="T10" fmla="*/ 321 w 642"/>
                <a:gd name="T11" fmla="*/ 0 h 666"/>
                <a:gd name="T12" fmla="*/ 240 w 642"/>
                <a:gd name="T13" fmla="*/ 0 h 666"/>
                <a:gd name="T14" fmla="*/ 160 w 642"/>
                <a:gd name="T15" fmla="*/ 0 h 666"/>
                <a:gd name="T16" fmla="*/ 79 w 642"/>
                <a:gd name="T17" fmla="*/ 0 h 666"/>
                <a:gd name="T18" fmla="*/ 0 w 642"/>
                <a:gd name="T19" fmla="*/ 0 h 666"/>
                <a:gd name="T20" fmla="*/ 0 w 642"/>
                <a:gd name="T21" fmla="*/ 192 h 666"/>
                <a:gd name="T22" fmla="*/ 188 w 642"/>
                <a:gd name="T23" fmla="*/ 192 h 666"/>
                <a:gd name="T24" fmla="*/ 188 w 642"/>
                <a:gd name="T25" fmla="*/ 666 h 666"/>
                <a:gd name="T26" fmla="*/ 454 w 642"/>
                <a:gd name="T27" fmla="*/ 666 h 666"/>
                <a:gd name="T28" fmla="*/ 454 w 642"/>
                <a:gd name="T29" fmla="*/ 192 h 666"/>
                <a:gd name="T30" fmla="*/ 642 w 642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2" h="666">
                  <a:moveTo>
                    <a:pt x="642" y="192"/>
                  </a:moveTo>
                  <a:lnTo>
                    <a:pt x="642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2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3"/>
            <p:cNvSpPr>
              <a:spLocks/>
            </p:cNvSpPr>
            <p:nvPr userDrawn="1"/>
          </p:nvSpPr>
          <p:spPr bwMode="auto">
            <a:xfrm>
              <a:off x="2861167" y="5020099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8 w 791"/>
                <a:gd name="T9" fmla="*/ 0 h 666"/>
                <a:gd name="T10" fmla="*/ 324 w 791"/>
                <a:gd name="T11" fmla="*/ 0 h 666"/>
                <a:gd name="T12" fmla="*/ 359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8" y="0"/>
                  </a:lnTo>
                  <a:lnTo>
                    <a:pt x="324" y="0"/>
                  </a:lnTo>
                  <a:lnTo>
                    <a:pt x="359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4"/>
            <p:cNvSpPr>
              <a:spLocks/>
            </p:cNvSpPr>
            <p:nvPr userDrawn="1"/>
          </p:nvSpPr>
          <p:spPr bwMode="auto">
            <a:xfrm>
              <a:off x="2754442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2 w 645"/>
                <a:gd name="T7" fmla="*/ 0 h 666"/>
                <a:gd name="T8" fmla="*/ 403 w 645"/>
                <a:gd name="T9" fmla="*/ 0 h 666"/>
                <a:gd name="T10" fmla="*/ 322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1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5"/>
            <p:cNvSpPr>
              <a:spLocks/>
            </p:cNvSpPr>
            <p:nvPr userDrawn="1"/>
          </p:nvSpPr>
          <p:spPr bwMode="auto">
            <a:xfrm>
              <a:off x="2621037" y="5020099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6"/>
            <p:cNvSpPr>
              <a:spLocks/>
            </p:cNvSpPr>
            <p:nvPr userDrawn="1"/>
          </p:nvSpPr>
          <p:spPr bwMode="auto">
            <a:xfrm>
              <a:off x="2514312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7"/>
            <p:cNvSpPr>
              <a:spLocks/>
            </p:cNvSpPr>
            <p:nvPr userDrawn="1"/>
          </p:nvSpPr>
          <p:spPr bwMode="auto">
            <a:xfrm>
              <a:off x="3341427" y="5020099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2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2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8"/>
            <p:cNvSpPr>
              <a:spLocks/>
            </p:cNvSpPr>
            <p:nvPr userDrawn="1"/>
          </p:nvSpPr>
          <p:spPr bwMode="auto">
            <a:xfrm>
              <a:off x="3236370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5 w 643"/>
                <a:gd name="T27" fmla="*/ 666 h 666"/>
                <a:gd name="T28" fmla="*/ 455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9"/>
            <p:cNvSpPr>
              <a:spLocks/>
            </p:cNvSpPr>
            <p:nvPr userDrawn="1"/>
          </p:nvSpPr>
          <p:spPr bwMode="auto">
            <a:xfrm>
              <a:off x="3101297" y="5020099"/>
              <a:ext cx="146746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70"/>
            <p:cNvSpPr>
              <a:spLocks/>
            </p:cNvSpPr>
            <p:nvPr userDrawn="1"/>
          </p:nvSpPr>
          <p:spPr bwMode="auto">
            <a:xfrm>
              <a:off x="2994573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7 w 643"/>
                <a:gd name="T23" fmla="*/ 192 h 666"/>
                <a:gd name="T24" fmla="*/ 187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7" y="192"/>
                  </a:lnTo>
                  <a:lnTo>
                    <a:pt x="187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1"/>
            <p:cNvSpPr>
              <a:spLocks/>
            </p:cNvSpPr>
            <p:nvPr userDrawn="1"/>
          </p:nvSpPr>
          <p:spPr bwMode="auto">
            <a:xfrm>
              <a:off x="3823355" y="5020099"/>
              <a:ext cx="145079" cy="123400"/>
            </a:xfrm>
            <a:custGeom>
              <a:avLst/>
              <a:gdLst>
                <a:gd name="T0" fmla="*/ 397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72"/>
            <p:cNvSpPr>
              <a:spLocks/>
            </p:cNvSpPr>
            <p:nvPr userDrawn="1"/>
          </p:nvSpPr>
          <p:spPr bwMode="auto">
            <a:xfrm>
              <a:off x="3716630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2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73"/>
            <p:cNvSpPr>
              <a:spLocks/>
            </p:cNvSpPr>
            <p:nvPr userDrawn="1"/>
          </p:nvSpPr>
          <p:spPr bwMode="auto">
            <a:xfrm>
              <a:off x="3583225" y="5020099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4"/>
            <p:cNvSpPr>
              <a:spLocks/>
            </p:cNvSpPr>
            <p:nvPr userDrawn="1"/>
          </p:nvSpPr>
          <p:spPr bwMode="auto">
            <a:xfrm>
              <a:off x="3476500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2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2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2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2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75"/>
            <p:cNvSpPr>
              <a:spLocks/>
            </p:cNvSpPr>
            <p:nvPr userDrawn="1"/>
          </p:nvSpPr>
          <p:spPr bwMode="auto">
            <a:xfrm>
              <a:off x="4303616" y="5020099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6"/>
            <p:cNvSpPr>
              <a:spLocks/>
            </p:cNvSpPr>
            <p:nvPr userDrawn="1"/>
          </p:nvSpPr>
          <p:spPr bwMode="auto">
            <a:xfrm>
              <a:off x="4198559" y="5020099"/>
              <a:ext cx="116730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7"/>
            <p:cNvSpPr>
              <a:spLocks/>
            </p:cNvSpPr>
            <p:nvPr userDrawn="1"/>
          </p:nvSpPr>
          <p:spPr bwMode="auto">
            <a:xfrm>
              <a:off x="4063485" y="5020099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78"/>
            <p:cNvSpPr>
              <a:spLocks/>
            </p:cNvSpPr>
            <p:nvPr userDrawn="1"/>
          </p:nvSpPr>
          <p:spPr bwMode="auto">
            <a:xfrm>
              <a:off x="3956761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9"/>
            <p:cNvSpPr>
              <a:spLocks/>
            </p:cNvSpPr>
            <p:nvPr userDrawn="1"/>
          </p:nvSpPr>
          <p:spPr bwMode="auto">
            <a:xfrm>
              <a:off x="4438689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80"/>
            <p:cNvSpPr>
              <a:spLocks/>
            </p:cNvSpPr>
            <p:nvPr userDrawn="1"/>
          </p:nvSpPr>
          <p:spPr bwMode="auto">
            <a:xfrm>
              <a:off x="4912418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1"/>
            <p:cNvSpPr>
              <a:spLocks/>
            </p:cNvSpPr>
            <p:nvPr userDrawn="1"/>
          </p:nvSpPr>
          <p:spPr bwMode="auto">
            <a:xfrm>
              <a:off x="4805693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2"/>
            <p:cNvSpPr>
              <a:spLocks/>
            </p:cNvSpPr>
            <p:nvPr userDrawn="1"/>
          </p:nvSpPr>
          <p:spPr bwMode="auto">
            <a:xfrm>
              <a:off x="4670619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83"/>
            <p:cNvSpPr>
              <a:spLocks/>
            </p:cNvSpPr>
            <p:nvPr userDrawn="1"/>
          </p:nvSpPr>
          <p:spPr bwMode="auto">
            <a:xfrm>
              <a:off x="4563895" y="4883358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84"/>
            <p:cNvSpPr>
              <a:spLocks/>
            </p:cNvSpPr>
            <p:nvPr userDrawn="1"/>
          </p:nvSpPr>
          <p:spPr bwMode="auto">
            <a:xfrm>
              <a:off x="5392678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5"/>
            <p:cNvSpPr>
              <a:spLocks/>
            </p:cNvSpPr>
            <p:nvPr userDrawn="1"/>
          </p:nvSpPr>
          <p:spPr bwMode="auto">
            <a:xfrm>
              <a:off x="5285954" y="4883358"/>
              <a:ext cx="118398" cy="123400"/>
            </a:xfrm>
            <a:custGeom>
              <a:avLst/>
              <a:gdLst>
                <a:gd name="T0" fmla="*/ 642 w 642"/>
                <a:gd name="T1" fmla="*/ 192 h 666"/>
                <a:gd name="T2" fmla="*/ 642 w 642"/>
                <a:gd name="T3" fmla="*/ 0 h 666"/>
                <a:gd name="T4" fmla="*/ 563 w 642"/>
                <a:gd name="T5" fmla="*/ 0 h 666"/>
                <a:gd name="T6" fmla="*/ 482 w 642"/>
                <a:gd name="T7" fmla="*/ 0 h 666"/>
                <a:gd name="T8" fmla="*/ 401 w 642"/>
                <a:gd name="T9" fmla="*/ 0 h 666"/>
                <a:gd name="T10" fmla="*/ 321 w 642"/>
                <a:gd name="T11" fmla="*/ 0 h 666"/>
                <a:gd name="T12" fmla="*/ 240 w 642"/>
                <a:gd name="T13" fmla="*/ 0 h 666"/>
                <a:gd name="T14" fmla="*/ 160 w 642"/>
                <a:gd name="T15" fmla="*/ 0 h 666"/>
                <a:gd name="T16" fmla="*/ 79 w 642"/>
                <a:gd name="T17" fmla="*/ 0 h 666"/>
                <a:gd name="T18" fmla="*/ 0 w 642"/>
                <a:gd name="T19" fmla="*/ 0 h 666"/>
                <a:gd name="T20" fmla="*/ 0 w 642"/>
                <a:gd name="T21" fmla="*/ 192 h 666"/>
                <a:gd name="T22" fmla="*/ 188 w 642"/>
                <a:gd name="T23" fmla="*/ 192 h 666"/>
                <a:gd name="T24" fmla="*/ 188 w 642"/>
                <a:gd name="T25" fmla="*/ 666 h 666"/>
                <a:gd name="T26" fmla="*/ 454 w 642"/>
                <a:gd name="T27" fmla="*/ 666 h 666"/>
                <a:gd name="T28" fmla="*/ 454 w 642"/>
                <a:gd name="T29" fmla="*/ 192 h 666"/>
                <a:gd name="T30" fmla="*/ 642 w 642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2" h="666">
                  <a:moveTo>
                    <a:pt x="642" y="192"/>
                  </a:moveTo>
                  <a:lnTo>
                    <a:pt x="642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2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6"/>
            <p:cNvSpPr>
              <a:spLocks/>
            </p:cNvSpPr>
            <p:nvPr userDrawn="1"/>
          </p:nvSpPr>
          <p:spPr bwMode="auto">
            <a:xfrm>
              <a:off x="5152548" y="4883358"/>
              <a:ext cx="145079" cy="123400"/>
            </a:xfrm>
            <a:custGeom>
              <a:avLst/>
              <a:gdLst>
                <a:gd name="T0" fmla="*/ 395 w 792"/>
                <a:gd name="T1" fmla="*/ 268 h 666"/>
                <a:gd name="T2" fmla="*/ 260 w 792"/>
                <a:gd name="T3" fmla="*/ 666 h 666"/>
                <a:gd name="T4" fmla="*/ 0 w 792"/>
                <a:gd name="T5" fmla="*/ 666 h 666"/>
                <a:gd name="T6" fmla="*/ 255 w 792"/>
                <a:gd name="T7" fmla="*/ 0 h 666"/>
                <a:gd name="T8" fmla="*/ 289 w 792"/>
                <a:gd name="T9" fmla="*/ 0 h 666"/>
                <a:gd name="T10" fmla="*/ 325 w 792"/>
                <a:gd name="T11" fmla="*/ 0 h 666"/>
                <a:gd name="T12" fmla="*/ 361 w 792"/>
                <a:gd name="T13" fmla="*/ 0 h 666"/>
                <a:gd name="T14" fmla="*/ 395 w 792"/>
                <a:gd name="T15" fmla="*/ 0 h 666"/>
                <a:gd name="T16" fmla="*/ 431 w 792"/>
                <a:gd name="T17" fmla="*/ 0 h 666"/>
                <a:gd name="T18" fmla="*/ 465 w 792"/>
                <a:gd name="T19" fmla="*/ 0 h 666"/>
                <a:gd name="T20" fmla="*/ 501 w 792"/>
                <a:gd name="T21" fmla="*/ 0 h 666"/>
                <a:gd name="T22" fmla="*/ 536 w 792"/>
                <a:gd name="T23" fmla="*/ 0 h 666"/>
                <a:gd name="T24" fmla="*/ 792 w 792"/>
                <a:gd name="T25" fmla="*/ 666 h 666"/>
                <a:gd name="T26" fmla="*/ 531 w 792"/>
                <a:gd name="T27" fmla="*/ 666 h 666"/>
                <a:gd name="T28" fmla="*/ 395 w 792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2" h="666">
                  <a:moveTo>
                    <a:pt x="395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2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7"/>
            <p:cNvSpPr>
              <a:spLocks/>
            </p:cNvSpPr>
            <p:nvPr userDrawn="1"/>
          </p:nvSpPr>
          <p:spPr bwMode="auto">
            <a:xfrm>
              <a:off x="5045823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8"/>
            <p:cNvSpPr>
              <a:spLocks/>
            </p:cNvSpPr>
            <p:nvPr userDrawn="1"/>
          </p:nvSpPr>
          <p:spPr bwMode="auto">
            <a:xfrm>
              <a:off x="5872939" y="4883358"/>
              <a:ext cx="146746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9"/>
            <p:cNvSpPr>
              <a:spLocks/>
            </p:cNvSpPr>
            <p:nvPr userDrawn="1"/>
          </p:nvSpPr>
          <p:spPr bwMode="auto">
            <a:xfrm>
              <a:off x="5767881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90"/>
            <p:cNvSpPr>
              <a:spLocks/>
            </p:cNvSpPr>
            <p:nvPr userDrawn="1"/>
          </p:nvSpPr>
          <p:spPr bwMode="auto">
            <a:xfrm>
              <a:off x="5632808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9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91"/>
            <p:cNvSpPr>
              <a:spLocks/>
            </p:cNvSpPr>
            <p:nvPr userDrawn="1"/>
          </p:nvSpPr>
          <p:spPr bwMode="auto">
            <a:xfrm>
              <a:off x="5526084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2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1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1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92"/>
            <p:cNvSpPr>
              <a:spLocks/>
            </p:cNvSpPr>
            <p:nvPr userDrawn="1"/>
          </p:nvSpPr>
          <p:spPr bwMode="auto">
            <a:xfrm>
              <a:off x="6354866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93"/>
            <p:cNvSpPr>
              <a:spLocks/>
            </p:cNvSpPr>
            <p:nvPr userDrawn="1"/>
          </p:nvSpPr>
          <p:spPr bwMode="auto">
            <a:xfrm>
              <a:off x="6248142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4"/>
            <p:cNvSpPr>
              <a:spLocks/>
            </p:cNvSpPr>
            <p:nvPr userDrawn="1"/>
          </p:nvSpPr>
          <p:spPr bwMode="auto">
            <a:xfrm>
              <a:off x="6114736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2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2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5"/>
            <p:cNvSpPr>
              <a:spLocks/>
            </p:cNvSpPr>
            <p:nvPr userDrawn="1"/>
          </p:nvSpPr>
          <p:spPr bwMode="auto">
            <a:xfrm>
              <a:off x="6008011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6 w 643"/>
                <a:gd name="T27" fmla="*/ 666 h 666"/>
                <a:gd name="T28" fmla="*/ 456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6"/>
            <p:cNvSpPr>
              <a:spLocks/>
            </p:cNvSpPr>
            <p:nvPr userDrawn="1"/>
          </p:nvSpPr>
          <p:spPr bwMode="auto">
            <a:xfrm>
              <a:off x="6835127" y="4883358"/>
              <a:ext cx="146746" cy="123400"/>
            </a:xfrm>
            <a:custGeom>
              <a:avLst/>
              <a:gdLst>
                <a:gd name="T0" fmla="*/ 395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7"/>
            <p:cNvSpPr>
              <a:spLocks/>
            </p:cNvSpPr>
            <p:nvPr userDrawn="1"/>
          </p:nvSpPr>
          <p:spPr bwMode="auto">
            <a:xfrm>
              <a:off x="6730070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3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8 w 643"/>
                <a:gd name="T23" fmla="*/ 192 h 666"/>
                <a:gd name="T24" fmla="*/ 188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3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98"/>
            <p:cNvSpPr>
              <a:spLocks/>
            </p:cNvSpPr>
            <p:nvPr userDrawn="1"/>
          </p:nvSpPr>
          <p:spPr bwMode="auto">
            <a:xfrm>
              <a:off x="6594997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2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2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99"/>
            <p:cNvSpPr>
              <a:spLocks/>
            </p:cNvSpPr>
            <p:nvPr userDrawn="1"/>
          </p:nvSpPr>
          <p:spPr bwMode="auto">
            <a:xfrm>
              <a:off x="6488272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00"/>
            <p:cNvSpPr>
              <a:spLocks/>
            </p:cNvSpPr>
            <p:nvPr userDrawn="1"/>
          </p:nvSpPr>
          <p:spPr bwMode="auto">
            <a:xfrm>
              <a:off x="7317056" y="4883358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01"/>
            <p:cNvSpPr>
              <a:spLocks/>
            </p:cNvSpPr>
            <p:nvPr userDrawn="1"/>
          </p:nvSpPr>
          <p:spPr bwMode="auto">
            <a:xfrm>
              <a:off x="7210331" y="4883358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3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3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02"/>
            <p:cNvSpPr>
              <a:spLocks/>
            </p:cNvSpPr>
            <p:nvPr userDrawn="1"/>
          </p:nvSpPr>
          <p:spPr bwMode="auto">
            <a:xfrm>
              <a:off x="7076925" y="4883358"/>
              <a:ext cx="145079" cy="123400"/>
            </a:xfrm>
            <a:custGeom>
              <a:avLst/>
              <a:gdLst>
                <a:gd name="T0" fmla="*/ 397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3"/>
            <p:cNvSpPr>
              <a:spLocks/>
            </p:cNvSpPr>
            <p:nvPr userDrawn="1"/>
          </p:nvSpPr>
          <p:spPr bwMode="auto">
            <a:xfrm>
              <a:off x="6970201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04"/>
            <p:cNvSpPr>
              <a:spLocks/>
            </p:cNvSpPr>
            <p:nvPr userDrawn="1"/>
          </p:nvSpPr>
          <p:spPr bwMode="auto">
            <a:xfrm>
              <a:off x="7798983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4 w 791"/>
                <a:gd name="T19" fmla="*/ 0 h 666"/>
                <a:gd name="T20" fmla="*/ 500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4" y="0"/>
                  </a:lnTo>
                  <a:lnTo>
                    <a:pt x="500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05"/>
            <p:cNvSpPr>
              <a:spLocks/>
            </p:cNvSpPr>
            <p:nvPr userDrawn="1"/>
          </p:nvSpPr>
          <p:spPr bwMode="auto">
            <a:xfrm>
              <a:off x="7690592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6"/>
            <p:cNvSpPr>
              <a:spLocks/>
            </p:cNvSpPr>
            <p:nvPr userDrawn="1"/>
          </p:nvSpPr>
          <p:spPr bwMode="auto">
            <a:xfrm>
              <a:off x="7557186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7"/>
            <p:cNvSpPr>
              <a:spLocks/>
            </p:cNvSpPr>
            <p:nvPr userDrawn="1"/>
          </p:nvSpPr>
          <p:spPr bwMode="auto">
            <a:xfrm>
              <a:off x="7450461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08"/>
            <p:cNvSpPr>
              <a:spLocks/>
            </p:cNvSpPr>
            <p:nvPr userDrawn="1"/>
          </p:nvSpPr>
          <p:spPr bwMode="auto">
            <a:xfrm>
              <a:off x="8279244" y="4883358"/>
              <a:ext cx="145079" cy="123400"/>
            </a:xfrm>
            <a:custGeom>
              <a:avLst/>
              <a:gdLst>
                <a:gd name="T0" fmla="*/ 395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09"/>
            <p:cNvSpPr>
              <a:spLocks/>
            </p:cNvSpPr>
            <p:nvPr userDrawn="1"/>
          </p:nvSpPr>
          <p:spPr bwMode="auto">
            <a:xfrm>
              <a:off x="8172519" y="4883358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3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3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10"/>
            <p:cNvSpPr>
              <a:spLocks/>
            </p:cNvSpPr>
            <p:nvPr userDrawn="1"/>
          </p:nvSpPr>
          <p:spPr bwMode="auto">
            <a:xfrm>
              <a:off x="8039113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11"/>
            <p:cNvSpPr>
              <a:spLocks/>
            </p:cNvSpPr>
            <p:nvPr userDrawn="1"/>
          </p:nvSpPr>
          <p:spPr bwMode="auto">
            <a:xfrm>
              <a:off x="7932389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0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8 w 643"/>
                <a:gd name="T23" fmla="*/ 192 h 666"/>
                <a:gd name="T24" fmla="*/ 188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12"/>
            <p:cNvSpPr>
              <a:spLocks/>
            </p:cNvSpPr>
            <p:nvPr userDrawn="1"/>
          </p:nvSpPr>
          <p:spPr bwMode="auto">
            <a:xfrm>
              <a:off x="8759504" y="4883358"/>
              <a:ext cx="146746" cy="123400"/>
            </a:xfrm>
            <a:custGeom>
              <a:avLst/>
              <a:gdLst>
                <a:gd name="T0" fmla="*/ 394 w 791"/>
                <a:gd name="T1" fmla="*/ 268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8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8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13"/>
            <p:cNvSpPr>
              <a:spLocks/>
            </p:cNvSpPr>
            <p:nvPr userDrawn="1"/>
          </p:nvSpPr>
          <p:spPr bwMode="auto">
            <a:xfrm>
              <a:off x="8652780" y="4883358"/>
              <a:ext cx="120065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2 w 645"/>
                <a:gd name="T7" fmla="*/ 0 h 666"/>
                <a:gd name="T8" fmla="*/ 403 w 645"/>
                <a:gd name="T9" fmla="*/ 0 h 666"/>
                <a:gd name="T10" fmla="*/ 322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1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14"/>
            <p:cNvSpPr>
              <a:spLocks/>
            </p:cNvSpPr>
            <p:nvPr userDrawn="1"/>
          </p:nvSpPr>
          <p:spPr bwMode="auto">
            <a:xfrm>
              <a:off x="8519374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15"/>
            <p:cNvSpPr>
              <a:spLocks/>
            </p:cNvSpPr>
            <p:nvPr userDrawn="1"/>
          </p:nvSpPr>
          <p:spPr bwMode="auto">
            <a:xfrm>
              <a:off x="8412650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6"/>
            <p:cNvSpPr>
              <a:spLocks/>
            </p:cNvSpPr>
            <p:nvPr userDrawn="1"/>
          </p:nvSpPr>
          <p:spPr bwMode="auto">
            <a:xfrm>
              <a:off x="9001303" y="4883358"/>
              <a:ext cx="145079" cy="123400"/>
            </a:xfrm>
            <a:custGeom>
              <a:avLst/>
              <a:gdLst>
                <a:gd name="T0" fmla="*/ 394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7"/>
            <p:cNvSpPr>
              <a:spLocks/>
            </p:cNvSpPr>
            <p:nvPr userDrawn="1"/>
          </p:nvSpPr>
          <p:spPr bwMode="auto">
            <a:xfrm>
              <a:off x="8894578" y="4883358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18"/>
            <p:cNvSpPr>
              <a:spLocks/>
            </p:cNvSpPr>
            <p:nvPr userDrawn="1"/>
          </p:nvSpPr>
          <p:spPr bwMode="auto">
            <a:xfrm>
              <a:off x="4550554" y="5020099"/>
              <a:ext cx="146746" cy="123400"/>
            </a:xfrm>
            <a:custGeom>
              <a:avLst/>
              <a:gdLst>
                <a:gd name="T0" fmla="*/ 396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19"/>
            <p:cNvSpPr>
              <a:spLocks/>
            </p:cNvSpPr>
            <p:nvPr userDrawn="1"/>
          </p:nvSpPr>
          <p:spPr bwMode="auto">
            <a:xfrm>
              <a:off x="5032483" y="5020099"/>
              <a:ext cx="145079" cy="123400"/>
            </a:xfrm>
            <a:custGeom>
              <a:avLst/>
              <a:gdLst>
                <a:gd name="T0" fmla="*/ 394 w 791"/>
                <a:gd name="T1" fmla="*/ 267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20"/>
            <p:cNvSpPr>
              <a:spLocks/>
            </p:cNvSpPr>
            <p:nvPr userDrawn="1"/>
          </p:nvSpPr>
          <p:spPr bwMode="auto">
            <a:xfrm>
              <a:off x="4925758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7 w 643"/>
                <a:gd name="T23" fmla="*/ 192 h 666"/>
                <a:gd name="T24" fmla="*/ 187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7" y="192"/>
                  </a:lnTo>
                  <a:lnTo>
                    <a:pt x="187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21"/>
            <p:cNvSpPr>
              <a:spLocks/>
            </p:cNvSpPr>
            <p:nvPr userDrawn="1"/>
          </p:nvSpPr>
          <p:spPr bwMode="auto">
            <a:xfrm>
              <a:off x="4790684" y="5020099"/>
              <a:ext cx="146746" cy="123400"/>
            </a:xfrm>
            <a:custGeom>
              <a:avLst/>
              <a:gdLst>
                <a:gd name="T0" fmla="*/ 396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22"/>
            <p:cNvSpPr>
              <a:spLocks/>
            </p:cNvSpPr>
            <p:nvPr userDrawn="1"/>
          </p:nvSpPr>
          <p:spPr bwMode="auto">
            <a:xfrm>
              <a:off x="4683960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23"/>
            <p:cNvSpPr>
              <a:spLocks/>
            </p:cNvSpPr>
            <p:nvPr userDrawn="1"/>
          </p:nvSpPr>
          <p:spPr bwMode="auto">
            <a:xfrm>
              <a:off x="5512743" y="5020099"/>
              <a:ext cx="145079" cy="123400"/>
            </a:xfrm>
            <a:custGeom>
              <a:avLst/>
              <a:gdLst>
                <a:gd name="T0" fmla="*/ 395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24"/>
            <p:cNvSpPr>
              <a:spLocks/>
            </p:cNvSpPr>
            <p:nvPr userDrawn="1"/>
          </p:nvSpPr>
          <p:spPr bwMode="auto">
            <a:xfrm>
              <a:off x="5406019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2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2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2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2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25"/>
            <p:cNvSpPr>
              <a:spLocks/>
            </p:cNvSpPr>
            <p:nvPr userDrawn="1"/>
          </p:nvSpPr>
          <p:spPr bwMode="auto">
            <a:xfrm>
              <a:off x="5272613" y="5020099"/>
              <a:ext cx="145079" cy="123400"/>
            </a:xfrm>
            <a:custGeom>
              <a:avLst/>
              <a:gdLst>
                <a:gd name="T0" fmla="*/ 396 w 791"/>
                <a:gd name="T1" fmla="*/ 267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6"/>
            <p:cNvSpPr>
              <a:spLocks/>
            </p:cNvSpPr>
            <p:nvPr userDrawn="1"/>
          </p:nvSpPr>
          <p:spPr bwMode="auto">
            <a:xfrm>
              <a:off x="5165888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7"/>
            <p:cNvSpPr>
              <a:spLocks/>
            </p:cNvSpPr>
            <p:nvPr userDrawn="1"/>
          </p:nvSpPr>
          <p:spPr bwMode="auto">
            <a:xfrm>
              <a:off x="5994671" y="5020099"/>
              <a:ext cx="145079" cy="123400"/>
            </a:xfrm>
            <a:custGeom>
              <a:avLst/>
              <a:gdLst>
                <a:gd name="T0" fmla="*/ 395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28"/>
            <p:cNvSpPr>
              <a:spLocks/>
            </p:cNvSpPr>
            <p:nvPr userDrawn="1"/>
          </p:nvSpPr>
          <p:spPr bwMode="auto">
            <a:xfrm>
              <a:off x="5887946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29"/>
            <p:cNvSpPr>
              <a:spLocks/>
            </p:cNvSpPr>
            <p:nvPr userDrawn="1"/>
          </p:nvSpPr>
          <p:spPr bwMode="auto">
            <a:xfrm>
              <a:off x="5752874" y="5020099"/>
              <a:ext cx="146746" cy="123400"/>
            </a:xfrm>
            <a:custGeom>
              <a:avLst/>
              <a:gdLst>
                <a:gd name="T0" fmla="*/ 397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30"/>
            <p:cNvSpPr>
              <a:spLocks/>
            </p:cNvSpPr>
            <p:nvPr userDrawn="1"/>
          </p:nvSpPr>
          <p:spPr bwMode="auto">
            <a:xfrm>
              <a:off x="5646149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31"/>
            <p:cNvSpPr>
              <a:spLocks/>
            </p:cNvSpPr>
            <p:nvPr userDrawn="1"/>
          </p:nvSpPr>
          <p:spPr bwMode="auto">
            <a:xfrm>
              <a:off x="6474931" y="5020099"/>
              <a:ext cx="146746" cy="123400"/>
            </a:xfrm>
            <a:custGeom>
              <a:avLst/>
              <a:gdLst>
                <a:gd name="T0" fmla="*/ 395 w 792"/>
                <a:gd name="T1" fmla="*/ 267 h 666"/>
                <a:gd name="T2" fmla="*/ 260 w 792"/>
                <a:gd name="T3" fmla="*/ 666 h 666"/>
                <a:gd name="T4" fmla="*/ 0 w 792"/>
                <a:gd name="T5" fmla="*/ 666 h 666"/>
                <a:gd name="T6" fmla="*/ 255 w 792"/>
                <a:gd name="T7" fmla="*/ 0 h 666"/>
                <a:gd name="T8" fmla="*/ 291 w 792"/>
                <a:gd name="T9" fmla="*/ 0 h 666"/>
                <a:gd name="T10" fmla="*/ 325 w 792"/>
                <a:gd name="T11" fmla="*/ 0 h 666"/>
                <a:gd name="T12" fmla="*/ 361 w 792"/>
                <a:gd name="T13" fmla="*/ 0 h 666"/>
                <a:gd name="T14" fmla="*/ 395 w 792"/>
                <a:gd name="T15" fmla="*/ 0 h 666"/>
                <a:gd name="T16" fmla="*/ 431 w 792"/>
                <a:gd name="T17" fmla="*/ 0 h 666"/>
                <a:gd name="T18" fmla="*/ 465 w 792"/>
                <a:gd name="T19" fmla="*/ 0 h 666"/>
                <a:gd name="T20" fmla="*/ 501 w 792"/>
                <a:gd name="T21" fmla="*/ 0 h 666"/>
                <a:gd name="T22" fmla="*/ 536 w 792"/>
                <a:gd name="T23" fmla="*/ 0 h 666"/>
                <a:gd name="T24" fmla="*/ 792 w 792"/>
                <a:gd name="T25" fmla="*/ 666 h 666"/>
                <a:gd name="T26" fmla="*/ 531 w 792"/>
                <a:gd name="T27" fmla="*/ 666 h 666"/>
                <a:gd name="T28" fmla="*/ 395 w 792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2" h="666">
                  <a:moveTo>
                    <a:pt x="395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2" y="666"/>
                  </a:lnTo>
                  <a:lnTo>
                    <a:pt x="531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32"/>
            <p:cNvSpPr>
              <a:spLocks/>
            </p:cNvSpPr>
            <p:nvPr userDrawn="1"/>
          </p:nvSpPr>
          <p:spPr bwMode="auto">
            <a:xfrm>
              <a:off x="6368207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33"/>
            <p:cNvSpPr>
              <a:spLocks/>
            </p:cNvSpPr>
            <p:nvPr userDrawn="1"/>
          </p:nvSpPr>
          <p:spPr bwMode="auto">
            <a:xfrm>
              <a:off x="6234801" y="5020099"/>
              <a:ext cx="145079" cy="123400"/>
            </a:xfrm>
            <a:custGeom>
              <a:avLst/>
              <a:gdLst>
                <a:gd name="T0" fmla="*/ 396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34"/>
            <p:cNvSpPr>
              <a:spLocks/>
            </p:cNvSpPr>
            <p:nvPr userDrawn="1"/>
          </p:nvSpPr>
          <p:spPr bwMode="auto">
            <a:xfrm>
              <a:off x="6128077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35"/>
            <p:cNvSpPr>
              <a:spLocks/>
            </p:cNvSpPr>
            <p:nvPr userDrawn="1"/>
          </p:nvSpPr>
          <p:spPr bwMode="auto">
            <a:xfrm>
              <a:off x="6956860" y="5020099"/>
              <a:ext cx="145079" cy="123400"/>
            </a:xfrm>
            <a:custGeom>
              <a:avLst/>
              <a:gdLst>
                <a:gd name="T0" fmla="*/ 395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9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9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6"/>
            <p:cNvSpPr>
              <a:spLocks/>
            </p:cNvSpPr>
            <p:nvPr userDrawn="1"/>
          </p:nvSpPr>
          <p:spPr bwMode="auto">
            <a:xfrm>
              <a:off x="6850136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2 w 644"/>
                <a:gd name="T7" fmla="*/ 0 h 666"/>
                <a:gd name="T8" fmla="*/ 402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0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8 w 644"/>
                <a:gd name="T23" fmla="*/ 192 h 666"/>
                <a:gd name="T24" fmla="*/ 188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0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7"/>
            <p:cNvSpPr>
              <a:spLocks/>
            </p:cNvSpPr>
            <p:nvPr userDrawn="1"/>
          </p:nvSpPr>
          <p:spPr bwMode="auto">
            <a:xfrm>
              <a:off x="6715062" y="5020099"/>
              <a:ext cx="146746" cy="123400"/>
            </a:xfrm>
            <a:custGeom>
              <a:avLst/>
              <a:gdLst>
                <a:gd name="T0" fmla="*/ 396 w 791"/>
                <a:gd name="T1" fmla="*/ 267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0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0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38"/>
            <p:cNvSpPr>
              <a:spLocks/>
            </p:cNvSpPr>
            <p:nvPr userDrawn="1"/>
          </p:nvSpPr>
          <p:spPr bwMode="auto">
            <a:xfrm>
              <a:off x="6608337" y="5020099"/>
              <a:ext cx="118398" cy="123400"/>
            </a:xfrm>
            <a:custGeom>
              <a:avLst/>
              <a:gdLst>
                <a:gd name="T0" fmla="*/ 642 w 642"/>
                <a:gd name="T1" fmla="*/ 192 h 666"/>
                <a:gd name="T2" fmla="*/ 642 w 642"/>
                <a:gd name="T3" fmla="*/ 0 h 666"/>
                <a:gd name="T4" fmla="*/ 563 w 642"/>
                <a:gd name="T5" fmla="*/ 0 h 666"/>
                <a:gd name="T6" fmla="*/ 482 w 642"/>
                <a:gd name="T7" fmla="*/ 0 h 666"/>
                <a:gd name="T8" fmla="*/ 401 w 642"/>
                <a:gd name="T9" fmla="*/ 0 h 666"/>
                <a:gd name="T10" fmla="*/ 321 w 642"/>
                <a:gd name="T11" fmla="*/ 0 h 666"/>
                <a:gd name="T12" fmla="*/ 240 w 642"/>
                <a:gd name="T13" fmla="*/ 0 h 666"/>
                <a:gd name="T14" fmla="*/ 160 w 642"/>
                <a:gd name="T15" fmla="*/ 0 h 666"/>
                <a:gd name="T16" fmla="*/ 79 w 642"/>
                <a:gd name="T17" fmla="*/ 0 h 666"/>
                <a:gd name="T18" fmla="*/ 0 w 642"/>
                <a:gd name="T19" fmla="*/ 0 h 666"/>
                <a:gd name="T20" fmla="*/ 0 w 642"/>
                <a:gd name="T21" fmla="*/ 192 h 666"/>
                <a:gd name="T22" fmla="*/ 188 w 642"/>
                <a:gd name="T23" fmla="*/ 192 h 666"/>
                <a:gd name="T24" fmla="*/ 188 w 642"/>
                <a:gd name="T25" fmla="*/ 666 h 666"/>
                <a:gd name="T26" fmla="*/ 454 w 642"/>
                <a:gd name="T27" fmla="*/ 666 h 666"/>
                <a:gd name="T28" fmla="*/ 454 w 642"/>
                <a:gd name="T29" fmla="*/ 192 h 666"/>
                <a:gd name="T30" fmla="*/ 642 w 642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2" h="666">
                  <a:moveTo>
                    <a:pt x="642" y="192"/>
                  </a:moveTo>
                  <a:lnTo>
                    <a:pt x="642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0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8" y="192"/>
                  </a:lnTo>
                  <a:lnTo>
                    <a:pt x="188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2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39"/>
            <p:cNvSpPr>
              <a:spLocks/>
            </p:cNvSpPr>
            <p:nvPr userDrawn="1"/>
          </p:nvSpPr>
          <p:spPr bwMode="auto">
            <a:xfrm>
              <a:off x="7437121" y="5020099"/>
              <a:ext cx="145079" cy="123400"/>
            </a:xfrm>
            <a:custGeom>
              <a:avLst/>
              <a:gdLst>
                <a:gd name="T0" fmla="*/ 394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88 w 791"/>
                <a:gd name="T9" fmla="*/ 0 h 666"/>
                <a:gd name="T10" fmla="*/ 324 w 791"/>
                <a:gd name="T11" fmla="*/ 0 h 666"/>
                <a:gd name="T12" fmla="*/ 359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88" y="0"/>
                  </a:lnTo>
                  <a:lnTo>
                    <a:pt x="324" y="0"/>
                  </a:lnTo>
                  <a:lnTo>
                    <a:pt x="359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40"/>
            <p:cNvSpPr>
              <a:spLocks/>
            </p:cNvSpPr>
            <p:nvPr userDrawn="1"/>
          </p:nvSpPr>
          <p:spPr bwMode="auto">
            <a:xfrm>
              <a:off x="7330396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2 w 645"/>
                <a:gd name="T7" fmla="*/ 0 h 666"/>
                <a:gd name="T8" fmla="*/ 403 w 645"/>
                <a:gd name="T9" fmla="*/ 0 h 666"/>
                <a:gd name="T10" fmla="*/ 322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1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41"/>
            <p:cNvSpPr>
              <a:spLocks/>
            </p:cNvSpPr>
            <p:nvPr userDrawn="1"/>
          </p:nvSpPr>
          <p:spPr bwMode="auto">
            <a:xfrm>
              <a:off x="7196990" y="5020099"/>
              <a:ext cx="145079" cy="123400"/>
            </a:xfrm>
            <a:custGeom>
              <a:avLst/>
              <a:gdLst>
                <a:gd name="T0" fmla="*/ 396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42"/>
            <p:cNvSpPr>
              <a:spLocks/>
            </p:cNvSpPr>
            <p:nvPr userDrawn="1"/>
          </p:nvSpPr>
          <p:spPr bwMode="auto">
            <a:xfrm>
              <a:off x="7090266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2 w 643"/>
                <a:gd name="T11" fmla="*/ 0 h 666"/>
                <a:gd name="T12" fmla="*/ 241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2" y="0"/>
                  </a:lnTo>
                  <a:lnTo>
                    <a:pt x="241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43"/>
            <p:cNvSpPr>
              <a:spLocks/>
            </p:cNvSpPr>
            <p:nvPr userDrawn="1"/>
          </p:nvSpPr>
          <p:spPr bwMode="auto">
            <a:xfrm>
              <a:off x="7917381" y="5020099"/>
              <a:ext cx="146746" cy="123400"/>
            </a:xfrm>
            <a:custGeom>
              <a:avLst/>
              <a:gdLst>
                <a:gd name="T0" fmla="*/ 396 w 791"/>
                <a:gd name="T1" fmla="*/ 267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2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2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44"/>
            <p:cNvSpPr>
              <a:spLocks/>
            </p:cNvSpPr>
            <p:nvPr userDrawn="1"/>
          </p:nvSpPr>
          <p:spPr bwMode="auto">
            <a:xfrm>
              <a:off x="7812324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2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1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5 w 643"/>
                <a:gd name="T27" fmla="*/ 666 h 666"/>
                <a:gd name="T28" fmla="*/ 455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2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45"/>
            <p:cNvSpPr>
              <a:spLocks/>
            </p:cNvSpPr>
            <p:nvPr userDrawn="1"/>
          </p:nvSpPr>
          <p:spPr bwMode="auto">
            <a:xfrm>
              <a:off x="7677251" y="5020099"/>
              <a:ext cx="146746" cy="123400"/>
            </a:xfrm>
            <a:custGeom>
              <a:avLst/>
              <a:gdLst>
                <a:gd name="T0" fmla="*/ 394 w 791"/>
                <a:gd name="T1" fmla="*/ 267 h 666"/>
                <a:gd name="T2" fmla="*/ 260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4 w 791"/>
                <a:gd name="T15" fmla="*/ 0 h 666"/>
                <a:gd name="T16" fmla="*/ 430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6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4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4" y="267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4" y="0"/>
                  </a:lnTo>
                  <a:lnTo>
                    <a:pt x="430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6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4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6"/>
            <p:cNvSpPr>
              <a:spLocks/>
            </p:cNvSpPr>
            <p:nvPr userDrawn="1"/>
          </p:nvSpPr>
          <p:spPr bwMode="auto">
            <a:xfrm>
              <a:off x="7570526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2 w 643"/>
                <a:gd name="T5" fmla="*/ 0 h 666"/>
                <a:gd name="T6" fmla="*/ 482 w 643"/>
                <a:gd name="T7" fmla="*/ 0 h 666"/>
                <a:gd name="T8" fmla="*/ 401 w 643"/>
                <a:gd name="T9" fmla="*/ 0 h 666"/>
                <a:gd name="T10" fmla="*/ 321 w 643"/>
                <a:gd name="T11" fmla="*/ 0 h 666"/>
                <a:gd name="T12" fmla="*/ 240 w 643"/>
                <a:gd name="T13" fmla="*/ 0 h 666"/>
                <a:gd name="T14" fmla="*/ 161 w 643"/>
                <a:gd name="T15" fmla="*/ 0 h 666"/>
                <a:gd name="T16" fmla="*/ 79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7 w 643"/>
                <a:gd name="T23" fmla="*/ 192 h 666"/>
                <a:gd name="T24" fmla="*/ 187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2" y="0"/>
                  </a:lnTo>
                  <a:lnTo>
                    <a:pt x="482" y="0"/>
                  </a:lnTo>
                  <a:lnTo>
                    <a:pt x="401" y="0"/>
                  </a:lnTo>
                  <a:lnTo>
                    <a:pt x="321" y="0"/>
                  </a:lnTo>
                  <a:lnTo>
                    <a:pt x="240" y="0"/>
                  </a:lnTo>
                  <a:lnTo>
                    <a:pt x="161" y="0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7" y="192"/>
                  </a:lnTo>
                  <a:lnTo>
                    <a:pt x="187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7"/>
            <p:cNvSpPr>
              <a:spLocks/>
            </p:cNvSpPr>
            <p:nvPr userDrawn="1"/>
          </p:nvSpPr>
          <p:spPr bwMode="auto">
            <a:xfrm>
              <a:off x="8399309" y="5020099"/>
              <a:ext cx="145079" cy="123400"/>
            </a:xfrm>
            <a:custGeom>
              <a:avLst/>
              <a:gdLst>
                <a:gd name="T0" fmla="*/ 397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1 w 791"/>
                <a:gd name="T9" fmla="*/ 0 h 666"/>
                <a:gd name="T10" fmla="*/ 326 w 791"/>
                <a:gd name="T11" fmla="*/ 0 h 666"/>
                <a:gd name="T12" fmla="*/ 361 w 791"/>
                <a:gd name="T13" fmla="*/ 0 h 666"/>
                <a:gd name="T14" fmla="*/ 397 w 791"/>
                <a:gd name="T15" fmla="*/ 0 h 666"/>
                <a:gd name="T16" fmla="*/ 431 w 791"/>
                <a:gd name="T17" fmla="*/ 0 h 666"/>
                <a:gd name="T18" fmla="*/ 467 w 791"/>
                <a:gd name="T19" fmla="*/ 0 h 666"/>
                <a:gd name="T20" fmla="*/ 503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7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7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1" y="0"/>
                  </a:lnTo>
                  <a:lnTo>
                    <a:pt x="326" y="0"/>
                  </a:lnTo>
                  <a:lnTo>
                    <a:pt x="361" y="0"/>
                  </a:lnTo>
                  <a:lnTo>
                    <a:pt x="397" y="0"/>
                  </a:lnTo>
                  <a:lnTo>
                    <a:pt x="431" y="0"/>
                  </a:lnTo>
                  <a:lnTo>
                    <a:pt x="467" y="0"/>
                  </a:lnTo>
                  <a:lnTo>
                    <a:pt x="503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7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48"/>
            <p:cNvSpPr>
              <a:spLocks/>
            </p:cNvSpPr>
            <p:nvPr userDrawn="1"/>
          </p:nvSpPr>
          <p:spPr bwMode="auto">
            <a:xfrm>
              <a:off x="8292584" y="5020099"/>
              <a:ext cx="118398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4 w 643"/>
                <a:gd name="T5" fmla="*/ 0 h 666"/>
                <a:gd name="T6" fmla="*/ 483 w 643"/>
                <a:gd name="T7" fmla="*/ 0 h 666"/>
                <a:gd name="T8" fmla="*/ 403 w 643"/>
                <a:gd name="T9" fmla="*/ 0 h 666"/>
                <a:gd name="T10" fmla="*/ 322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2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4" y="0"/>
                  </a:lnTo>
                  <a:lnTo>
                    <a:pt x="483" y="0"/>
                  </a:lnTo>
                  <a:lnTo>
                    <a:pt x="403" y="0"/>
                  </a:lnTo>
                  <a:lnTo>
                    <a:pt x="322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49"/>
            <p:cNvSpPr>
              <a:spLocks/>
            </p:cNvSpPr>
            <p:nvPr userDrawn="1"/>
          </p:nvSpPr>
          <p:spPr bwMode="auto">
            <a:xfrm>
              <a:off x="8159179" y="5020099"/>
              <a:ext cx="145079" cy="123400"/>
            </a:xfrm>
            <a:custGeom>
              <a:avLst/>
              <a:gdLst>
                <a:gd name="T0" fmla="*/ 395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5 w 791"/>
                <a:gd name="T7" fmla="*/ 0 h 666"/>
                <a:gd name="T8" fmla="*/ 291 w 791"/>
                <a:gd name="T9" fmla="*/ 0 h 666"/>
                <a:gd name="T10" fmla="*/ 325 w 791"/>
                <a:gd name="T11" fmla="*/ 0 h 666"/>
                <a:gd name="T12" fmla="*/ 361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1 w 791"/>
                <a:gd name="T27" fmla="*/ 666 h 666"/>
                <a:gd name="T28" fmla="*/ 395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5" y="0"/>
                  </a:lnTo>
                  <a:lnTo>
                    <a:pt x="291" y="0"/>
                  </a:lnTo>
                  <a:lnTo>
                    <a:pt x="325" y="0"/>
                  </a:lnTo>
                  <a:lnTo>
                    <a:pt x="361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1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50"/>
            <p:cNvSpPr>
              <a:spLocks/>
            </p:cNvSpPr>
            <p:nvPr userDrawn="1"/>
          </p:nvSpPr>
          <p:spPr bwMode="auto">
            <a:xfrm>
              <a:off x="8052454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2 w 644"/>
                <a:gd name="T9" fmla="*/ 0 h 666"/>
                <a:gd name="T10" fmla="*/ 323 w 644"/>
                <a:gd name="T11" fmla="*/ 0 h 666"/>
                <a:gd name="T12" fmla="*/ 242 w 644"/>
                <a:gd name="T13" fmla="*/ 0 h 666"/>
                <a:gd name="T14" fmla="*/ 162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5 w 644"/>
                <a:gd name="T27" fmla="*/ 666 h 666"/>
                <a:gd name="T28" fmla="*/ 455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2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2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5" y="666"/>
                  </a:lnTo>
                  <a:lnTo>
                    <a:pt x="455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51"/>
            <p:cNvSpPr>
              <a:spLocks/>
            </p:cNvSpPr>
            <p:nvPr userDrawn="1"/>
          </p:nvSpPr>
          <p:spPr bwMode="auto">
            <a:xfrm>
              <a:off x="8879570" y="5020099"/>
              <a:ext cx="146746" cy="123400"/>
            </a:xfrm>
            <a:custGeom>
              <a:avLst/>
              <a:gdLst>
                <a:gd name="T0" fmla="*/ 396 w 791"/>
                <a:gd name="T1" fmla="*/ 267 h 666"/>
                <a:gd name="T2" fmla="*/ 261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7"/>
                  </a:moveTo>
                  <a:lnTo>
                    <a:pt x="261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52"/>
            <p:cNvSpPr>
              <a:spLocks/>
            </p:cNvSpPr>
            <p:nvPr userDrawn="1"/>
          </p:nvSpPr>
          <p:spPr bwMode="auto">
            <a:xfrm>
              <a:off x="8774513" y="5020099"/>
              <a:ext cx="116730" cy="123400"/>
            </a:xfrm>
            <a:custGeom>
              <a:avLst/>
              <a:gdLst>
                <a:gd name="T0" fmla="*/ 643 w 643"/>
                <a:gd name="T1" fmla="*/ 192 h 666"/>
                <a:gd name="T2" fmla="*/ 643 w 643"/>
                <a:gd name="T3" fmla="*/ 0 h 666"/>
                <a:gd name="T4" fmla="*/ 563 w 643"/>
                <a:gd name="T5" fmla="*/ 0 h 666"/>
                <a:gd name="T6" fmla="*/ 482 w 643"/>
                <a:gd name="T7" fmla="*/ 0 h 666"/>
                <a:gd name="T8" fmla="*/ 403 w 643"/>
                <a:gd name="T9" fmla="*/ 0 h 666"/>
                <a:gd name="T10" fmla="*/ 321 w 643"/>
                <a:gd name="T11" fmla="*/ 0 h 666"/>
                <a:gd name="T12" fmla="*/ 242 w 643"/>
                <a:gd name="T13" fmla="*/ 0 h 666"/>
                <a:gd name="T14" fmla="*/ 161 w 643"/>
                <a:gd name="T15" fmla="*/ 0 h 666"/>
                <a:gd name="T16" fmla="*/ 80 w 643"/>
                <a:gd name="T17" fmla="*/ 0 h 666"/>
                <a:gd name="T18" fmla="*/ 0 w 643"/>
                <a:gd name="T19" fmla="*/ 0 h 666"/>
                <a:gd name="T20" fmla="*/ 0 w 643"/>
                <a:gd name="T21" fmla="*/ 192 h 666"/>
                <a:gd name="T22" fmla="*/ 189 w 643"/>
                <a:gd name="T23" fmla="*/ 192 h 666"/>
                <a:gd name="T24" fmla="*/ 189 w 643"/>
                <a:gd name="T25" fmla="*/ 666 h 666"/>
                <a:gd name="T26" fmla="*/ 454 w 643"/>
                <a:gd name="T27" fmla="*/ 666 h 666"/>
                <a:gd name="T28" fmla="*/ 454 w 643"/>
                <a:gd name="T29" fmla="*/ 192 h 666"/>
                <a:gd name="T30" fmla="*/ 643 w 643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3" h="666">
                  <a:moveTo>
                    <a:pt x="643" y="192"/>
                  </a:moveTo>
                  <a:lnTo>
                    <a:pt x="643" y="0"/>
                  </a:lnTo>
                  <a:lnTo>
                    <a:pt x="563" y="0"/>
                  </a:lnTo>
                  <a:lnTo>
                    <a:pt x="482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4" y="666"/>
                  </a:lnTo>
                  <a:lnTo>
                    <a:pt x="454" y="192"/>
                  </a:lnTo>
                  <a:lnTo>
                    <a:pt x="643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53"/>
            <p:cNvSpPr>
              <a:spLocks/>
            </p:cNvSpPr>
            <p:nvPr userDrawn="1"/>
          </p:nvSpPr>
          <p:spPr bwMode="auto">
            <a:xfrm>
              <a:off x="8639439" y="5020099"/>
              <a:ext cx="146746" cy="123400"/>
            </a:xfrm>
            <a:custGeom>
              <a:avLst/>
              <a:gdLst>
                <a:gd name="T0" fmla="*/ 395 w 791"/>
                <a:gd name="T1" fmla="*/ 267 h 666"/>
                <a:gd name="T2" fmla="*/ 259 w 791"/>
                <a:gd name="T3" fmla="*/ 666 h 666"/>
                <a:gd name="T4" fmla="*/ 0 w 791"/>
                <a:gd name="T5" fmla="*/ 666 h 666"/>
                <a:gd name="T6" fmla="*/ 254 w 791"/>
                <a:gd name="T7" fmla="*/ 0 h 666"/>
                <a:gd name="T8" fmla="*/ 290 w 791"/>
                <a:gd name="T9" fmla="*/ 0 h 666"/>
                <a:gd name="T10" fmla="*/ 324 w 791"/>
                <a:gd name="T11" fmla="*/ 0 h 666"/>
                <a:gd name="T12" fmla="*/ 360 w 791"/>
                <a:gd name="T13" fmla="*/ 0 h 666"/>
                <a:gd name="T14" fmla="*/ 395 w 791"/>
                <a:gd name="T15" fmla="*/ 0 h 666"/>
                <a:gd name="T16" fmla="*/ 431 w 791"/>
                <a:gd name="T17" fmla="*/ 0 h 666"/>
                <a:gd name="T18" fmla="*/ 465 w 791"/>
                <a:gd name="T19" fmla="*/ 0 h 666"/>
                <a:gd name="T20" fmla="*/ 501 w 791"/>
                <a:gd name="T21" fmla="*/ 0 h 666"/>
                <a:gd name="T22" fmla="*/ 535 w 791"/>
                <a:gd name="T23" fmla="*/ 0 h 666"/>
                <a:gd name="T24" fmla="*/ 791 w 791"/>
                <a:gd name="T25" fmla="*/ 666 h 666"/>
                <a:gd name="T26" fmla="*/ 530 w 791"/>
                <a:gd name="T27" fmla="*/ 666 h 666"/>
                <a:gd name="T28" fmla="*/ 395 w 791"/>
                <a:gd name="T29" fmla="*/ 26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5" y="267"/>
                  </a:moveTo>
                  <a:lnTo>
                    <a:pt x="259" y="666"/>
                  </a:lnTo>
                  <a:lnTo>
                    <a:pt x="0" y="666"/>
                  </a:lnTo>
                  <a:lnTo>
                    <a:pt x="254" y="0"/>
                  </a:lnTo>
                  <a:lnTo>
                    <a:pt x="290" y="0"/>
                  </a:lnTo>
                  <a:lnTo>
                    <a:pt x="324" y="0"/>
                  </a:lnTo>
                  <a:lnTo>
                    <a:pt x="360" y="0"/>
                  </a:lnTo>
                  <a:lnTo>
                    <a:pt x="395" y="0"/>
                  </a:lnTo>
                  <a:lnTo>
                    <a:pt x="431" y="0"/>
                  </a:lnTo>
                  <a:lnTo>
                    <a:pt x="465" y="0"/>
                  </a:lnTo>
                  <a:lnTo>
                    <a:pt x="501" y="0"/>
                  </a:lnTo>
                  <a:lnTo>
                    <a:pt x="535" y="0"/>
                  </a:lnTo>
                  <a:lnTo>
                    <a:pt x="791" y="666"/>
                  </a:lnTo>
                  <a:lnTo>
                    <a:pt x="530" y="666"/>
                  </a:lnTo>
                  <a:lnTo>
                    <a:pt x="395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54"/>
            <p:cNvSpPr>
              <a:spLocks/>
            </p:cNvSpPr>
            <p:nvPr userDrawn="1"/>
          </p:nvSpPr>
          <p:spPr bwMode="auto">
            <a:xfrm>
              <a:off x="8532715" y="5020099"/>
              <a:ext cx="118398" cy="123400"/>
            </a:xfrm>
            <a:custGeom>
              <a:avLst/>
              <a:gdLst>
                <a:gd name="T0" fmla="*/ 645 w 645"/>
                <a:gd name="T1" fmla="*/ 192 h 666"/>
                <a:gd name="T2" fmla="*/ 645 w 645"/>
                <a:gd name="T3" fmla="*/ 0 h 666"/>
                <a:gd name="T4" fmla="*/ 564 w 645"/>
                <a:gd name="T5" fmla="*/ 0 h 666"/>
                <a:gd name="T6" fmla="*/ 484 w 645"/>
                <a:gd name="T7" fmla="*/ 0 h 666"/>
                <a:gd name="T8" fmla="*/ 403 w 645"/>
                <a:gd name="T9" fmla="*/ 0 h 666"/>
                <a:gd name="T10" fmla="*/ 323 w 645"/>
                <a:gd name="T11" fmla="*/ 0 h 666"/>
                <a:gd name="T12" fmla="*/ 242 w 645"/>
                <a:gd name="T13" fmla="*/ 0 h 666"/>
                <a:gd name="T14" fmla="*/ 161 w 645"/>
                <a:gd name="T15" fmla="*/ 0 h 666"/>
                <a:gd name="T16" fmla="*/ 82 w 645"/>
                <a:gd name="T17" fmla="*/ 0 h 666"/>
                <a:gd name="T18" fmla="*/ 0 w 645"/>
                <a:gd name="T19" fmla="*/ 0 h 666"/>
                <a:gd name="T20" fmla="*/ 0 w 645"/>
                <a:gd name="T21" fmla="*/ 192 h 666"/>
                <a:gd name="T22" fmla="*/ 189 w 645"/>
                <a:gd name="T23" fmla="*/ 192 h 666"/>
                <a:gd name="T24" fmla="*/ 189 w 645"/>
                <a:gd name="T25" fmla="*/ 666 h 666"/>
                <a:gd name="T26" fmla="*/ 456 w 645"/>
                <a:gd name="T27" fmla="*/ 666 h 666"/>
                <a:gd name="T28" fmla="*/ 456 w 645"/>
                <a:gd name="T29" fmla="*/ 192 h 666"/>
                <a:gd name="T30" fmla="*/ 645 w 645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5" h="666">
                  <a:moveTo>
                    <a:pt x="645" y="192"/>
                  </a:moveTo>
                  <a:lnTo>
                    <a:pt x="645" y="0"/>
                  </a:lnTo>
                  <a:lnTo>
                    <a:pt x="564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3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5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55"/>
            <p:cNvSpPr>
              <a:spLocks/>
            </p:cNvSpPr>
            <p:nvPr userDrawn="1"/>
          </p:nvSpPr>
          <p:spPr bwMode="auto">
            <a:xfrm>
              <a:off x="9014643" y="5020099"/>
              <a:ext cx="118398" cy="123400"/>
            </a:xfrm>
            <a:custGeom>
              <a:avLst/>
              <a:gdLst>
                <a:gd name="T0" fmla="*/ 644 w 644"/>
                <a:gd name="T1" fmla="*/ 192 h 666"/>
                <a:gd name="T2" fmla="*/ 644 w 644"/>
                <a:gd name="T3" fmla="*/ 0 h 666"/>
                <a:gd name="T4" fmla="*/ 563 w 644"/>
                <a:gd name="T5" fmla="*/ 0 h 666"/>
                <a:gd name="T6" fmla="*/ 484 w 644"/>
                <a:gd name="T7" fmla="*/ 0 h 666"/>
                <a:gd name="T8" fmla="*/ 403 w 644"/>
                <a:gd name="T9" fmla="*/ 0 h 666"/>
                <a:gd name="T10" fmla="*/ 321 w 644"/>
                <a:gd name="T11" fmla="*/ 0 h 666"/>
                <a:gd name="T12" fmla="*/ 242 w 644"/>
                <a:gd name="T13" fmla="*/ 0 h 666"/>
                <a:gd name="T14" fmla="*/ 161 w 644"/>
                <a:gd name="T15" fmla="*/ 0 h 666"/>
                <a:gd name="T16" fmla="*/ 81 w 644"/>
                <a:gd name="T17" fmla="*/ 0 h 666"/>
                <a:gd name="T18" fmla="*/ 0 w 644"/>
                <a:gd name="T19" fmla="*/ 0 h 666"/>
                <a:gd name="T20" fmla="*/ 0 w 644"/>
                <a:gd name="T21" fmla="*/ 192 h 666"/>
                <a:gd name="T22" fmla="*/ 189 w 644"/>
                <a:gd name="T23" fmla="*/ 192 h 666"/>
                <a:gd name="T24" fmla="*/ 189 w 644"/>
                <a:gd name="T25" fmla="*/ 666 h 666"/>
                <a:gd name="T26" fmla="*/ 456 w 644"/>
                <a:gd name="T27" fmla="*/ 666 h 666"/>
                <a:gd name="T28" fmla="*/ 456 w 644"/>
                <a:gd name="T29" fmla="*/ 192 h 666"/>
                <a:gd name="T30" fmla="*/ 644 w 644"/>
                <a:gd name="T31" fmla="*/ 19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4" h="666">
                  <a:moveTo>
                    <a:pt x="644" y="192"/>
                  </a:moveTo>
                  <a:lnTo>
                    <a:pt x="644" y="0"/>
                  </a:lnTo>
                  <a:lnTo>
                    <a:pt x="563" y="0"/>
                  </a:lnTo>
                  <a:lnTo>
                    <a:pt x="484" y="0"/>
                  </a:lnTo>
                  <a:lnTo>
                    <a:pt x="403" y="0"/>
                  </a:lnTo>
                  <a:lnTo>
                    <a:pt x="321" y="0"/>
                  </a:lnTo>
                  <a:lnTo>
                    <a:pt x="242" y="0"/>
                  </a:lnTo>
                  <a:lnTo>
                    <a:pt x="161" y="0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92"/>
                  </a:lnTo>
                  <a:lnTo>
                    <a:pt x="189" y="192"/>
                  </a:lnTo>
                  <a:lnTo>
                    <a:pt x="189" y="666"/>
                  </a:lnTo>
                  <a:lnTo>
                    <a:pt x="456" y="666"/>
                  </a:lnTo>
                  <a:lnTo>
                    <a:pt x="456" y="192"/>
                  </a:lnTo>
                  <a:lnTo>
                    <a:pt x="644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6"/>
            <p:cNvSpPr>
              <a:spLocks/>
            </p:cNvSpPr>
            <p:nvPr userDrawn="1"/>
          </p:nvSpPr>
          <p:spPr bwMode="auto">
            <a:xfrm>
              <a:off x="336464" y="4883358"/>
              <a:ext cx="145079" cy="123400"/>
            </a:xfrm>
            <a:custGeom>
              <a:avLst/>
              <a:gdLst>
                <a:gd name="T0" fmla="*/ 396 w 791"/>
                <a:gd name="T1" fmla="*/ 268 h 666"/>
                <a:gd name="T2" fmla="*/ 260 w 791"/>
                <a:gd name="T3" fmla="*/ 666 h 666"/>
                <a:gd name="T4" fmla="*/ 0 w 791"/>
                <a:gd name="T5" fmla="*/ 666 h 666"/>
                <a:gd name="T6" fmla="*/ 256 w 791"/>
                <a:gd name="T7" fmla="*/ 0 h 666"/>
                <a:gd name="T8" fmla="*/ 290 w 791"/>
                <a:gd name="T9" fmla="*/ 0 h 666"/>
                <a:gd name="T10" fmla="*/ 326 w 791"/>
                <a:gd name="T11" fmla="*/ 0 h 666"/>
                <a:gd name="T12" fmla="*/ 360 w 791"/>
                <a:gd name="T13" fmla="*/ 0 h 666"/>
                <a:gd name="T14" fmla="*/ 396 w 791"/>
                <a:gd name="T15" fmla="*/ 0 h 666"/>
                <a:gd name="T16" fmla="*/ 431 w 791"/>
                <a:gd name="T17" fmla="*/ 0 h 666"/>
                <a:gd name="T18" fmla="*/ 466 w 791"/>
                <a:gd name="T19" fmla="*/ 0 h 666"/>
                <a:gd name="T20" fmla="*/ 501 w 791"/>
                <a:gd name="T21" fmla="*/ 0 h 666"/>
                <a:gd name="T22" fmla="*/ 537 w 791"/>
                <a:gd name="T23" fmla="*/ 0 h 666"/>
                <a:gd name="T24" fmla="*/ 791 w 791"/>
                <a:gd name="T25" fmla="*/ 666 h 666"/>
                <a:gd name="T26" fmla="*/ 532 w 791"/>
                <a:gd name="T27" fmla="*/ 666 h 666"/>
                <a:gd name="T28" fmla="*/ 396 w 791"/>
                <a:gd name="T29" fmla="*/ 26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1" h="666">
                  <a:moveTo>
                    <a:pt x="396" y="268"/>
                  </a:moveTo>
                  <a:lnTo>
                    <a:pt x="260" y="666"/>
                  </a:lnTo>
                  <a:lnTo>
                    <a:pt x="0" y="666"/>
                  </a:lnTo>
                  <a:lnTo>
                    <a:pt x="256" y="0"/>
                  </a:lnTo>
                  <a:lnTo>
                    <a:pt x="290" y="0"/>
                  </a:lnTo>
                  <a:lnTo>
                    <a:pt x="326" y="0"/>
                  </a:lnTo>
                  <a:lnTo>
                    <a:pt x="360" y="0"/>
                  </a:lnTo>
                  <a:lnTo>
                    <a:pt x="396" y="0"/>
                  </a:lnTo>
                  <a:lnTo>
                    <a:pt x="431" y="0"/>
                  </a:lnTo>
                  <a:lnTo>
                    <a:pt x="466" y="0"/>
                  </a:lnTo>
                  <a:lnTo>
                    <a:pt x="501" y="0"/>
                  </a:lnTo>
                  <a:lnTo>
                    <a:pt x="537" y="0"/>
                  </a:lnTo>
                  <a:lnTo>
                    <a:pt x="791" y="666"/>
                  </a:lnTo>
                  <a:lnTo>
                    <a:pt x="532" y="666"/>
                  </a:lnTo>
                  <a:lnTo>
                    <a:pt x="396" y="2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9" name="Rectangle 178"/>
          <p:cNvSpPr/>
          <p:nvPr userDrawn="1"/>
        </p:nvSpPr>
        <p:spPr>
          <a:xfrm rot="5400000">
            <a:off x="-112141" y="1998917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870631" y="4937228"/>
            <a:ext cx="1082445" cy="152400"/>
          </a:xfrm>
        </p:spPr>
        <p:txBody>
          <a:bodyPr wrap="none" anchor="ctr">
            <a:noAutofit/>
          </a:bodyPr>
          <a:lstStyle>
            <a:lvl1pPr marL="0" indent="0" algn="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TCS Internal</a:t>
            </a:r>
          </a:p>
        </p:txBody>
      </p:sp>
      <p:grpSp>
        <p:nvGrpSpPr>
          <p:cNvPr id="206" name="Group 205"/>
          <p:cNvGrpSpPr/>
          <p:nvPr userDrawn="1"/>
        </p:nvGrpSpPr>
        <p:grpSpPr>
          <a:xfrm>
            <a:off x="283755" y="175961"/>
            <a:ext cx="2129833" cy="471311"/>
            <a:chOff x="283755" y="165687"/>
            <a:chExt cx="1564837" cy="346283"/>
          </a:xfrm>
        </p:grpSpPr>
        <p:grpSp>
          <p:nvGrpSpPr>
            <p:cNvPr id="207" name="Group 206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212" name="Freeform 211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13" name="Freeform 212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14" name="Freeform 213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210" name="Straight Connector 209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1" name="Picture 2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>
            <a:extLst>
              <a:ext uri="{FF2B5EF4-FFF2-40B4-BE49-F238E27FC236}">
                <a16:creationId xmlns:a16="http://schemas.microsoft.com/office/drawing/2014/main" id="{2B25E2AC-0AE7-47F7-991C-36CFF3E64D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67699" y="0"/>
            <a:ext cx="8763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564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172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778826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7897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761" y="45558"/>
            <a:ext cx="8740240" cy="4819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30206"/>
            <a:ext cx="9144000" cy="279797"/>
          </a:xfrm>
          <a:prstGeom prst="rect">
            <a:avLst/>
          </a:prstGeom>
        </p:spPr>
        <p:txBody>
          <a:bodyPr lIns="285670" tIns="39994" rIns="39994" bIns="39994">
            <a:noAutofit/>
          </a:bodyPr>
          <a:lstStyle>
            <a:lvl1pPr marL="0" indent="0">
              <a:buNone/>
              <a:defRPr sz="1600">
                <a:solidFill>
                  <a:srgbClr val="0070C0"/>
                </a:solidFill>
                <a:latin typeface="Segoe UI Light" pitchFamily="34" charset="0"/>
              </a:defRPr>
            </a:lvl1pPr>
            <a:lvl2pPr marL="158489" indent="0">
              <a:buNone/>
              <a:defRPr/>
            </a:lvl2pPr>
            <a:lvl3pPr marL="331118" indent="0">
              <a:buNone/>
              <a:defRPr/>
            </a:lvl3pPr>
            <a:lvl4pPr marL="489606" indent="0">
              <a:buNone/>
              <a:defRPr/>
            </a:lvl4pPr>
            <a:lvl5pPr marL="622053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71501" y="1143000"/>
            <a:ext cx="8001000" cy="3429000"/>
          </a:xfrm>
        </p:spPr>
        <p:txBody>
          <a:bodyPr>
            <a:normAutofit/>
          </a:bodyPr>
          <a:lstStyle>
            <a:lvl1pPr marL="195560" indent="-195560">
              <a:buClr>
                <a:srgbClr val="0070C0"/>
              </a:buClr>
              <a:defRPr sz="1800">
                <a:solidFill>
                  <a:srgbClr val="0070C0"/>
                </a:solidFill>
                <a:latin typeface="+mj-lt"/>
              </a:defRPr>
            </a:lvl1pPr>
            <a:lvl2pPr marL="350937" indent="-192881">
              <a:defRPr sz="1600">
                <a:latin typeface="+mj-lt"/>
              </a:defRPr>
            </a:lvl2pPr>
            <a:lvl3pPr marL="449164" indent="-118766">
              <a:defRPr sz="1400">
                <a:latin typeface="+mj-lt"/>
              </a:defRPr>
            </a:lvl3pPr>
            <a:lvl4pPr marL="644723" indent="-155377">
              <a:defRPr sz="1100">
                <a:latin typeface="+mj-lt"/>
              </a:defRPr>
            </a:lvl4pPr>
            <a:lvl5pPr marL="775991" indent="-131267">
              <a:defRPr sz="10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5"/>
          </p:nvPr>
        </p:nvSpPr>
        <p:spPr/>
        <p:txBody>
          <a:bodyPr lIns="68580" tIns="34290" rIns="68580" bIns="34290"/>
          <a:lstStyle>
            <a:lvl1pPr>
              <a:defRPr sz="600"/>
            </a:lvl1pPr>
          </a:lstStyle>
          <a:p>
            <a:pPr defTabSz="514350">
              <a:defRPr/>
            </a:pPr>
            <a:fld id="{1B07BF67-3E25-4629-86E0-0627EEDDDD9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 lIns="68580" tIns="34290" rIns="68580" bIns="34290"/>
          <a:lstStyle>
            <a:lvl1pPr algn="ctr">
              <a:defRPr sz="600"/>
            </a:lvl1pPr>
          </a:lstStyle>
          <a:p>
            <a:pPr defTabSz="51435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TCS – Fifth Third Bank Confidential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66355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8021" y="718458"/>
            <a:ext cx="3169841" cy="148045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C79895-A748-4FC5-B18E-0310B3328A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625555"/>
            <a:ext cx="940844" cy="1905813"/>
          </a:xfrm>
          <a:solidFill>
            <a:schemeClr val="bg1">
              <a:lumMod val="85000"/>
              <a:alpha val="50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2382253" y="625555"/>
            <a:ext cx="1994234" cy="1905813"/>
          </a:xfrm>
          <a:solidFill>
            <a:schemeClr val="bg1">
              <a:lumMod val="85000"/>
              <a:alpha val="50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005075" y="625555"/>
            <a:ext cx="1314012" cy="1905813"/>
          </a:xfrm>
          <a:solidFill>
            <a:schemeClr val="bg1">
              <a:lumMod val="85000"/>
              <a:alpha val="50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0" y="2591677"/>
            <a:ext cx="4376487" cy="1905813"/>
          </a:xfrm>
          <a:solidFill>
            <a:schemeClr val="bg1">
              <a:lumMod val="85000"/>
              <a:alpha val="50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798533" y="2330053"/>
            <a:ext cx="3169381" cy="2024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912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9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053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395" lvl="0" indent="-171395" defTabSz="91406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5248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2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8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1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743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2398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178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15735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9404756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89281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9640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o Title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337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373412"/>
      </p:ext>
    </p:extLst>
  </p:cSld>
  <p:clrMapOvr>
    <a:masterClrMapping/>
  </p:clrMapOvr>
  <p:transition>
    <p:fade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microsoft.com/office/2007/relationships/hdphoto" Target="../media/hdphoto3.wdp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7.svg"/><Relationship Id="rId4" Type="http://schemas.openxmlformats.org/officeDocument/2006/relationships/theme" Target="../theme/theme3.xml"/><Relationship Id="rId9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microsoft.com/office/2007/relationships/hdphoto" Target="../media/hdphoto5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fld id="{7BD4C4E9-31D3-4745-A4A1-42769EE3C62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52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058" r:id="rId12"/>
  </p:sldLayoutIdLst>
  <p:hf hdr="0" ft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3067688-51F3-5990-A0B7-547CD335B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62" y="2285"/>
            <a:ext cx="9135879" cy="5138931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333552"/>
            <a:ext cx="4042989" cy="381516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94043"/>
            <a:ext cx="4042989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25" lvl="0" indent="-228525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1" y="100728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80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1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2" y="63764"/>
            <a:ext cx="215112" cy="3956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2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F41ADF-2946-F2A4-0F88-938D9F13F88B}"/>
              </a:ext>
            </a:extLst>
          </p:cNvPr>
          <p:cNvGrpSpPr/>
          <p:nvPr userDrawn="1"/>
        </p:nvGrpSpPr>
        <p:grpSpPr>
          <a:xfrm>
            <a:off x="219081" y="120396"/>
            <a:ext cx="8647111" cy="504364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382C60E-DA0A-B2F6-5CCF-04E5A607C5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91C5FDC1-4409-9D27-E107-7DF174E383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288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</p:sldLayoutIdLst>
  <p:hf hdr="0" dt="0"/>
  <p:txStyles>
    <p:titleStyle>
      <a:lvl1pPr algn="l" defTabSz="914105" rtl="0" eaLnBrk="1" latinLnBrk="0" hangingPunct="1">
        <a:lnSpc>
          <a:spcPct val="100000"/>
        </a:lnSpc>
        <a:spcBef>
          <a:spcPct val="0"/>
        </a:spcBef>
        <a:buNone/>
        <a:defRPr lang="en-US" sz="2399" b="0" i="0" kern="0" spc="-6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10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3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577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399" kern="1200">
          <a:solidFill>
            <a:schemeClr val="bg1"/>
          </a:solidFill>
          <a:latin typeface="+mn-lt"/>
          <a:ea typeface="+mn-ea"/>
          <a:cs typeface="+mn-cs"/>
        </a:defRPr>
      </a:lvl2pPr>
      <a:lvl3pPr marL="1142630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599680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bg1"/>
          </a:solidFill>
          <a:latin typeface="+mn-lt"/>
          <a:ea typeface="+mn-ea"/>
          <a:cs typeface="+mn-cs"/>
        </a:defRPr>
      </a:lvl4pPr>
      <a:lvl5pPr marL="2056732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bg1"/>
          </a:solidFill>
          <a:latin typeface="+mn-lt"/>
          <a:ea typeface="+mn-ea"/>
          <a:cs typeface="+mn-cs"/>
        </a:defRPr>
      </a:lvl5pPr>
      <a:lvl6pPr marL="2513783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5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7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8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5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7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8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11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3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44">
          <p15:clr>
            <a:srgbClr val="F26B43"/>
          </p15:clr>
        </p15:guide>
        <p15:guide id="2" orient="horz" pos="5705">
          <p15:clr>
            <a:srgbClr val="F26B43"/>
          </p15:clr>
        </p15:guide>
        <p15:guide id="3" orient="horz" pos="720">
          <p15:clr>
            <a:srgbClr val="F26B43"/>
          </p15:clr>
        </p15:guide>
        <p15:guide id="4" orient="horz" pos="1692">
          <p15:clr>
            <a:srgbClr val="F26B43"/>
          </p15:clr>
        </p15:guide>
        <p15:guide id="5" pos="360">
          <p15:clr>
            <a:srgbClr val="F26B43"/>
          </p15:clr>
        </p15:guide>
        <p15:guide id="6" pos="11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5" y="107919"/>
            <a:ext cx="7886196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06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3" y="851831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5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>
                <a:solidFill>
                  <a:schemeClr val="bg1"/>
                </a:solidFill>
              </a:defRPr>
            </a:lvl1pPr>
          </a:lstStyle>
          <a:p>
            <a:r>
              <a:rPr lang="en-IN"/>
              <a:t>Public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9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105"/>
            <a:fld id="{662A0901-ACEF-4BE9-9C8C-C119B421173E}" type="slidenum">
              <a:rPr lang="en-US" smtClean="0"/>
              <a:pPr algn="ctr" defTabSz="914105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81" y="4647632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1" y="4733065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CA1EE8-7685-8A5C-F7B5-D9CDCDF1C2CB}"/>
              </a:ext>
            </a:extLst>
          </p:cNvPr>
          <p:cNvGrpSpPr/>
          <p:nvPr userDrawn="1"/>
        </p:nvGrpSpPr>
        <p:grpSpPr>
          <a:xfrm>
            <a:off x="222335" y="4643166"/>
            <a:ext cx="8653641" cy="412512"/>
            <a:chOff x="254128" y="4647628"/>
            <a:chExt cx="8604122" cy="41015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40CB5E8C-5F6B-E6F8-FC0B-CED5577265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36534" b="36534"/>
            <a:stretch/>
          </p:blipFill>
          <p:spPr>
            <a:xfrm>
              <a:off x="254128" y="4708634"/>
              <a:ext cx="1296349" cy="34914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4C8A49-D7E5-1E10-B435-3654E345A5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8" r="728"/>
            <a:stretch/>
          </p:blipFill>
          <p:spPr>
            <a:xfrm>
              <a:off x="8422281" y="4647628"/>
              <a:ext cx="435969" cy="387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74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7" r:id="rId1"/>
    <p:sldLayoutId id="2147484088" r:id="rId2"/>
    <p:sldLayoutId id="2147484089" r:id="rId3"/>
  </p:sldLayoutIdLst>
  <p:hf hdr="0" dt="0"/>
  <p:txStyles>
    <p:titleStyle>
      <a:lvl1pPr algn="l" defTabSz="914105" rtl="0" eaLnBrk="1" latinLnBrk="0" hangingPunct="1">
        <a:lnSpc>
          <a:spcPct val="90000"/>
        </a:lnSpc>
        <a:spcBef>
          <a:spcPct val="0"/>
        </a:spcBef>
        <a:buNone/>
        <a:defRPr lang="en-IN" sz="2099" b="0" kern="0" baseline="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25" indent="-228525" algn="l" defTabSz="91410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63399" indent="-228525" algn="l" defTabSz="914105" rtl="0" eaLnBrk="1" latinLnBrk="0" hangingPunct="1">
        <a:lnSpc>
          <a:spcPct val="90000"/>
        </a:lnSpc>
        <a:spcBef>
          <a:spcPts val="501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688752" indent="-228525" algn="l" defTabSz="914105" rtl="0" eaLnBrk="1" latinLnBrk="0" hangingPunct="1">
        <a:lnSpc>
          <a:spcPct val="90000"/>
        </a:lnSpc>
        <a:spcBef>
          <a:spcPts val="501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914105" indent="-228525" algn="l" defTabSz="914105" rtl="0" eaLnBrk="1" latinLnBrk="0" hangingPunct="1">
        <a:lnSpc>
          <a:spcPct val="90000"/>
        </a:lnSpc>
        <a:spcBef>
          <a:spcPts val="501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139455" indent="-228525" algn="l" defTabSz="914105" rtl="0" eaLnBrk="1" latinLnBrk="0" hangingPunct="1">
        <a:lnSpc>
          <a:spcPct val="90000"/>
        </a:lnSpc>
        <a:spcBef>
          <a:spcPts val="501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3783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5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7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8" indent="-228525" algn="l" defTabSz="914105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5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7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8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11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3" algn="l" defTabSz="91410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39">
          <p15:clr>
            <a:srgbClr val="F26B43"/>
          </p15:clr>
        </p15:guide>
        <p15:guide id="2" pos="344">
          <p15:clr>
            <a:srgbClr val="F26B43"/>
          </p15:clr>
        </p15:guide>
        <p15:guide id="3" pos="11147">
          <p15:clr>
            <a:srgbClr val="F26B43"/>
          </p15:clr>
        </p15:guide>
        <p15:guide id="4" orient="horz" pos="3440">
          <p15:clr>
            <a:srgbClr val="F26B43"/>
          </p15:clr>
        </p15:guide>
        <p15:guide id="5" orient="horz" pos="5832">
          <p15:clr>
            <a:srgbClr val="F26B43"/>
          </p15:clr>
        </p15:guide>
        <p15:guide id="6" orient="horz" pos="1062">
          <p15:clr>
            <a:srgbClr val="F26B43"/>
          </p15:clr>
        </p15:guide>
        <p15:guide id="7" pos="57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US"/>
              <a:t>TCS Internal confidential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15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1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5">
            <a:extLst>
              <a:ext uri="{FF2B5EF4-FFF2-40B4-BE49-F238E27FC236}">
                <a16:creationId xmlns:a16="http://schemas.microsoft.com/office/drawing/2014/main" id="{1B3D1635-3ACE-C252-642D-99094A6C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81" y="2094735"/>
            <a:ext cx="6572720" cy="381416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</a:rPr>
              <a:t>Gen AI Enabled Green Coding Solution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1E227A0-FAB1-74B5-A7AA-8F1B5458ED2C}"/>
              </a:ext>
            </a:extLst>
          </p:cNvPr>
          <p:cNvSpPr txBox="1">
            <a:spLocks/>
          </p:cNvSpPr>
          <p:nvPr/>
        </p:nvSpPr>
        <p:spPr>
          <a:xfrm>
            <a:off x="202549" y="4761864"/>
            <a:ext cx="133126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33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000" kern="1200" spc="3" smtClean="0">
                <a:solidFill>
                  <a:srgbClr val="F4F3F9"/>
                </a:solidFill>
                <a:latin typeface="Calibri"/>
                <a:ea typeface="+mn-ea"/>
                <a:cs typeface="Calibri"/>
              </a:defRPr>
            </a:lvl1pPr>
            <a:lvl2pPr marL="685749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16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080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46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11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2" algn="l" defTabSz="914333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5"/>
            <a:fld id="{816AD2CC-6F43-41C6-BAFE-FDD822A868A0}" type="datetime4">
              <a:rPr lang="en-IN"/>
              <a:pPr defTabSz="914105"/>
              <a:t>30 May 2025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1437C-2CF9-BAC6-83B1-42992CC84E2E}"/>
              </a:ext>
            </a:extLst>
          </p:cNvPr>
          <p:cNvSpPr txBox="1"/>
          <p:nvPr/>
        </p:nvSpPr>
        <p:spPr>
          <a:xfrm>
            <a:off x="7897248" y="4684919"/>
            <a:ext cx="1246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Rahul Dev Jangra</a:t>
            </a:r>
          </a:p>
          <a:p>
            <a:r>
              <a:rPr lang="en-US" sz="1200" dirty="0">
                <a:solidFill>
                  <a:schemeClr val="bg1"/>
                </a:solidFill>
              </a:rPr>
              <a:t>Emp: 128441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95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6696-B8C8-55D5-6B4C-CA1A5962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557A-69E7-1E23-1BB1-5A693B2E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– </a:t>
            </a:r>
            <a:r>
              <a:rPr lang="en-US" i="1" dirty="0"/>
              <a:t>Green IT Across Tech Value Chain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F1EAF-7E8A-3862-9478-98D75253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E1FEC-78D2-942C-1D53-0B196581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2A0901-ACEF-4BE9-9C8C-C119B421173E}" type="slidenum">
              <a:rPr kumimoji="0" lang="en-IN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7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BF7E3-C1CF-B38C-4824-3BC1764E600E}"/>
              </a:ext>
            </a:extLst>
          </p:cNvPr>
          <p:cNvSpPr/>
          <p:nvPr/>
        </p:nvSpPr>
        <p:spPr>
          <a:xfrm>
            <a:off x="192994" y="657596"/>
            <a:ext cx="8567829" cy="13591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defTabSz="415525">
              <a:defRPr/>
            </a:pPr>
            <a:r>
              <a:rPr lang="en-US" sz="1600" b="1" u="sng" kern="0" dirty="0">
                <a:solidFill>
                  <a:srgbClr val="4E84C4"/>
                </a:solidFill>
                <a:latin typeface="Calibri" panose="020F0502020204030204"/>
              </a:rPr>
              <a:t>Ambition</a:t>
            </a:r>
            <a:r>
              <a:rPr lang="en-US" sz="1600" kern="0" dirty="0">
                <a:solidFill>
                  <a:srgbClr val="4E84C4"/>
                </a:solidFill>
                <a:latin typeface="Calibri" panose="020F0502020204030204"/>
              </a:rPr>
              <a:t> 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 of the Customers have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 Zero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~2040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support the Sustainability. </a:t>
            </a:r>
          </a:p>
          <a:p>
            <a:pPr defTabSz="415525"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/>
              </a:rPr>
              <a:t>		   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has Net Zero target by 20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30</a:t>
            </a:r>
            <a:endParaRPr kumimoji="0" lang="en-IN" sz="16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000000"/>
              </a:solidFill>
              <a:latin typeface="Calibri" panose="020F0502020204030204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increased demand for bringing in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Green IT principles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There are options of bringing sustainability offerings. For e.g.</a:t>
            </a:r>
          </a:p>
          <a:p>
            <a:pPr marL="171450" marR="0" lvl="0" indent="-17145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Cloudification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going to directly influence sustainability goals</a:t>
            </a:r>
          </a:p>
          <a:p>
            <a:pPr marL="171450" marR="0" lvl="0" indent="-17145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Green IT incl Green Coding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Optimized developments and reducing vulnerabilities</a:t>
            </a: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415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4C549-9D8F-77C5-4E4E-1230A0157430}"/>
              </a:ext>
            </a:extLst>
          </p:cNvPr>
          <p:cNvSpPr txBox="1"/>
          <p:nvPr/>
        </p:nvSpPr>
        <p:spPr>
          <a:xfrm>
            <a:off x="192993" y="2198980"/>
            <a:ext cx="856782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i="1" dirty="0"/>
              <a:t>The </a:t>
            </a:r>
            <a:r>
              <a:rPr lang="en-IN" b="1" i="1" dirty="0"/>
              <a:t>Vision</a:t>
            </a:r>
            <a:r>
              <a:rPr lang="en-IN" i="1" dirty="0"/>
              <a:t> is to create a </a:t>
            </a:r>
            <a:r>
              <a:rPr lang="en-IN" b="1" i="1" dirty="0"/>
              <a:t>Gen AI accelerator </a:t>
            </a:r>
            <a:r>
              <a:rPr lang="en-IN" i="1" dirty="0"/>
              <a:t>which can help finding vulnerabilities related to </a:t>
            </a:r>
            <a:r>
              <a:rPr lang="en-IN" b="1" i="1" dirty="0">
                <a:solidFill>
                  <a:schemeClr val="accent2"/>
                </a:solidFill>
              </a:rPr>
              <a:t>Green Coding principles</a:t>
            </a:r>
            <a:r>
              <a:rPr lang="en-IN" i="1" dirty="0"/>
              <a:t> (using plugins) and alert developers to follow green coding principles. The tool can be platform agnostic.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39291-6202-B23A-57E3-6306C198A428}"/>
              </a:ext>
            </a:extLst>
          </p:cNvPr>
          <p:cNvSpPr txBox="1"/>
          <p:nvPr/>
        </p:nvSpPr>
        <p:spPr>
          <a:xfrm>
            <a:off x="192994" y="2918593"/>
            <a:ext cx="8599857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dirty="0"/>
              <a:t>Following are few of features which can be checked as part of </a:t>
            </a:r>
            <a:r>
              <a:rPr lang="en-IN" sz="1200" b="1" dirty="0"/>
              <a:t>accelerator</a:t>
            </a:r>
            <a:r>
              <a:rPr lang="en-IN" sz="1200" dirty="0"/>
              <a:t>:</a:t>
            </a:r>
          </a:p>
          <a:p>
            <a:pPr marL="342900" indent="-342900">
              <a:buAutoNum type="arabicParenR"/>
            </a:pPr>
            <a:r>
              <a:rPr lang="en-IN" sz="1200" dirty="0"/>
              <a:t>Code Performance issues or prospect issues in the legacy code</a:t>
            </a:r>
          </a:p>
          <a:p>
            <a:pPr marL="342900" indent="-342900">
              <a:buAutoNum type="arabicParenR"/>
            </a:pPr>
            <a:r>
              <a:rPr lang="en-IN" sz="1200" dirty="0"/>
              <a:t>Lean coding Principles</a:t>
            </a:r>
          </a:p>
          <a:p>
            <a:pPr marL="342900" indent="-342900">
              <a:buAutoNum type="arabicParenR"/>
            </a:pPr>
            <a:r>
              <a:rPr lang="en-IN" sz="1200" dirty="0"/>
              <a:t>Virtual machines/Containerization</a:t>
            </a:r>
          </a:p>
          <a:p>
            <a:pPr marL="342900" indent="-342900">
              <a:buAutoNum type="arabicParenR"/>
            </a:pPr>
            <a:r>
              <a:rPr lang="en-IN" sz="1200" dirty="0"/>
              <a:t>Bad design/Technical Debt</a:t>
            </a:r>
          </a:p>
          <a:p>
            <a:pPr marL="342900" indent="-342900">
              <a:buAutoNum type="arabicParenR"/>
            </a:pPr>
            <a:r>
              <a:rPr lang="en-US" sz="1200" dirty="0"/>
              <a:t>Use energy-efficient libraries and frameworks</a:t>
            </a:r>
            <a:endParaRPr lang="en-IN" sz="1200" dirty="0"/>
          </a:p>
          <a:p>
            <a:pPr marL="342900" indent="-342900">
              <a:buFontTx/>
              <a:buAutoNum type="arabicParenR"/>
            </a:pPr>
            <a:r>
              <a:rPr lang="en-US" sz="1200" dirty="0"/>
              <a:t>Efficient algorithms and data structures</a:t>
            </a:r>
          </a:p>
          <a:p>
            <a:pPr marL="342900" indent="-342900">
              <a:buAutoNum type="arabicParenR"/>
            </a:pPr>
            <a:r>
              <a:rPr lang="en-US" sz="1200" dirty="0"/>
              <a:t>Reduce power consumption during the debugging process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4758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eo 5" title="Cogs turning inside head outline">
            <a:hlinkClick r:id="" action="ppaction://media"/>
            <a:extLst>
              <a:ext uri="{FF2B5EF4-FFF2-40B4-BE49-F238E27FC236}">
                <a16:creationId xmlns:a16="http://schemas.microsoft.com/office/drawing/2014/main" id="{0C8805D1-D916-C866-2733-03F0D0623A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30444" y="685924"/>
            <a:ext cx="4160718" cy="2340404"/>
          </a:xfrm>
          <a:prstGeom prst="rect">
            <a:avLst/>
          </a:prstGeom>
        </p:spPr>
      </p:pic>
      <p:sp>
        <p:nvSpPr>
          <p:cNvPr id="62" name="Arrow: Bent 61">
            <a:extLst>
              <a:ext uri="{FF2B5EF4-FFF2-40B4-BE49-F238E27FC236}">
                <a16:creationId xmlns:a16="http://schemas.microsoft.com/office/drawing/2014/main" id="{C33C1F8D-B6ED-8DDF-5C4A-C6F80B595EE8}"/>
              </a:ext>
            </a:extLst>
          </p:cNvPr>
          <p:cNvSpPr/>
          <p:nvPr/>
        </p:nvSpPr>
        <p:spPr>
          <a:xfrm>
            <a:off x="4566786" y="2323186"/>
            <a:ext cx="1227909" cy="269015"/>
          </a:xfrm>
          <a:prstGeom prst="bentArrow">
            <a:avLst>
              <a:gd name="adj1" fmla="val 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1" name="Arrow: Bent 60">
            <a:extLst>
              <a:ext uri="{FF2B5EF4-FFF2-40B4-BE49-F238E27FC236}">
                <a16:creationId xmlns:a16="http://schemas.microsoft.com/office/drawing/2014/main" id="{3E15D977-0136-B305-2D24-E87008904B32}"/>
              </a:ext>
            </a:extLst>
          </p:cNvPr>
          <p:cNvSpPr/>
          <p:nvPr/>
        </p:nvSpPr>
        <p:spPr>
          <a:xfrm>
            <a:off x="2843853" y="2353558"/>
            <a:ext cx="1227909" cy="269015"/>
          </a:xfrm>
          <a:prstGeom prst="bentArrow">
            <a:avLst>
              <a:gd name="adj1" fmla="val 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A6B25-9EAC-2E2B-8514-07BFD0BE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Approach – Option1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BCD6E-B907-F6A4-6D0F-6B87C465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87591-D853-A34E-A1D4-A931E462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3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7FB89-336E-2592-653F-5B8A163552B7}"/>
              </a:ext>
            </a:extLst>
          </p:cNvPr>
          <p:cNvSpPr txBox="1"/>
          <p:nvPr/>
        </p:nvSpPr>
        <p:spPr>
          <a:xfrm>
            <a:off x="2983405" y="3403080"/>
            <a:ext cx="3213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Building &amp; Training Generative AI Model </a:t>
            </a:r>
          </a:p>
          <a:p>
            <a:pPr algn="ctr"/>
            <a:r>
              <a:rPr lang="en-IN" b="1" dirty="0"/>
              <a:t>(LLM/Custom Model)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FBE138-F25F-A673-FE64-A67C0B89F049}"/>
              </a:ext>
            </a:extLst>
          </p:cNvPr>
          <p:cNvSpPr/>
          <p:nvPr/>
        </p:nvSpPr>
        <p:spPr>
          <a:xfrm>
            <a:off x="478971" y="505097"/>
            <a:ext cx="792480" cy="5530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PEGA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34B7AB-3C6C-C285-5EDD-D3C73CE2B42E}"/>
              </a:ext>
            </a:extLst>
          </p:cNvPr>
          <p:cNvSpPr/>
          <p:nvPr/>
        </p:nvSpPr>
        <p:spPr>
          <a:xfrm>
            <a:off x="478971" y="2571750"/>
            <a:ext cx="792480" cy="5530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Python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635692-AA25-9328-DAA9-96CE1F91B2BC}"/>
              </a:ext>
            </a:extLst>
          </p:cNvPr>
          <p:cNvSpPr/>
          <p:nvPr/>
        </p:nvSpPr>
        <p:spPr>
          <a:xfrm>
            <a:off x="478971" y="1604399"/>
            <a:ext cx="792480" cy="5530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Mendix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30FCA9-1DA6-761F-6BED-815F89F7564B}"/>
              </a:ext>
            </a:extLst>
          </p:cNvPr>
          <p:cNvSpPr/>
          <p:nvPr/>
        </p:nvSpPr>
        <p:spPr>
          <a:xfrm>
            <a:off x="478971" y="3762214"/>
            <a:ext cx="792480" cy="5530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JAVA</a:t>
            </a:r>
          </a:p>
        </p:txBody>
      </p:sp>
      <p:pic>
        <p:nvPicPr>
          <p:cNvPr id="13" name="Graphic 12" descr="Chevron arrows with solid fill">
            <a:extLst>
              <a:ext uri="{FF2B5EF4-FFF2-40B4-BE49-F238E27FC236}">
                <a16:creationId xmlns:a16="http://schemas.microsoft.com/office/drawing/2014/main" id="{32E56C80-1727-C1D8-CB65-42C47225F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3" y="1987822"/>
            <a:ext cx="914400" cy="914400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45DBDF-C70C-8F5A-0020-09397A8153CD}"/>
              </a:ext>
            </a:extLst>
          </p:cNvPr>
          <p:cNvCxnSpPr>
            <a:stCxn id="8" idx="3"/>
          </p:cNvCxnSpPr>
          <p:nvPr/>
        </p:nvCxnSpPr>
        <p:spPr>
          <a:xfrm>
            <a:off x="1271451" y="781611"/>
            <a:ext cx="687977" cy="12736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163276-17A3-7743-2F15-BAB4DC2E462F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1271451" y="2848263"/>
            <a:ext cx="687977" cy="11904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416524-C9EA-8719-B878-4A8B1B30378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271451" y="1880913"/>
            <a:ext cx="577833" cy="2934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F90D120-7004-F9E7-12C7-8D76AF3EF2F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271451" y="2702253"/>
            <a:ext cx="548640" cy="146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026D2A-37EE-81C3-9751-9F94D70D4B81}"/>
              </a:ext>
            </a:extLst>
          </p:cNvPr>
          <p:cNvSpPr txBox="1"/>
          <p:nvPr/>
        </p:nvSpPr>
        <p:spPr>
          <a:xfrm>
            <a:off x="1959428" y="1557420"/>
            <a:ext cx="819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REST API</a:t>
            </a:r>
          </a:p>
        </p:txBody>
      </p:sp>
      <p:sp>
        <p:nvSpPr>
          <p:cNvPr id="27" name="Rectangle: Top Corners One Rounded and One Snipped 26">
            <a:extLst>
              <a:ext uri="{FF2B5EF4-FFF2-40B4-BE49-F238E27FC236}">
                <a16:creationId xmlns:a16="http://schemas.microsoft.com/office/drawing/2014/main" id="{1F92DFC4-0D7D-A373-B707-FB53823ADD22}"/>
              </a:ext>
            </a:extLst>
          </p:cNvPr>
          <p:cNvSpPr/>
          <p:nvPr/>
        </p:nvSpPr>
        <p:spPr>
          <a:xfrm>
            <a:off x="2681141" y="2157426"/>
            <a:ext cx="973566" cy="553027"/>
          </a:xfrm>
          <a:prstGeom prst="snip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Custom</a:t>
            </a:r>
          </a:p>
          <a:p>
            <a:pPr algn="ctr"/>
            <a:r>
              <a:rPr lang="en-IN" sz="1100" dirty="0"/>
              <a:t>API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A51267-10E2-2A94-F953-562C022590AE}"/>
              </a:ext>
            </a:extLst>
          </p:cNvPr>
          <p:cNvSpPr/>
          <p:nvPr/>
        </p:nvSpPr>
        <p:spPr>
          <a:xfrm>
            <a:off x="7916091" y="3877333"/>
            <a:ext cx="1049706" cy="67823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Revised Code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E5B1A57-8E6B-3EE1-4B13-872153D803AC}"/>
              </a:ext>
            </a:extLst>
          </p:cNvPr>
          <p:cNvCxnSpPr>
            <a:cxnSpLocks/>
            <a:stCxn id="37" idx="4"/>
          </p:cNvCxnSpPr>
          <p:nvPr/>
        </p:nvCxnSpPr>
        <p:spPr>
          <a:xfrm rot="5400000" flipH="1">
            <a:off x="4413417" y="528043"/>
            <a:ext cx="1678043" cy="6377011"/>
          </a:xfrm>
          <a:prstGeom prst="bentConnector4">
            <a:avLst>
              <a:gd name="adj1" fmla="val -13623"/>
              <a:gd name="adj2" fmla="val 974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E35F55-83D7-FD12-15B3-1EAFA9549461}"/>
              </a:ext>
            </a:extLst>
          </p:cNvPr>
          <p:cNvSpPr txBox="1"/>
          <p:nvPr/>
        </p:nvSpPr>
        <p:spPr>
          <a:xfrm>
            <a:off x="1451336" y="473834"/>
            <a:ext cx="1156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Code Snippet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4FB22-64C5-F3CF-D094-6625406F09B6}"/>
              </a:ext>
            </a:extLst>
          </p:cNvPr>
          <p:cNvSpPr txBox="1"/>
          <p:nvPr/>
        </p:nvSpPr>
        <p:spPr>
          <a:xfrm>
            <a:off x="2471216" y="3862130"/>
            <a:ext cx="4737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LLM Training for Energy Efficiency : Data Input and Preparation, Data Ingestion, Data Cleaning, Normalization, Chunking, Tokenization, Data Loading, Loss Calculation, Hyperparameter Tuning, Parallelization and Resource Management, Model Parallelization, Gradient Checkpointing, Iterations, Monitoring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818D2-1BB6-160E-6D2F-771DE6CF6303}"/>
              </a:ext>
            </a:extLst>
          </p:cNvPr>
          <p:cNvSpPr txBox="1"/>
          <p:nvPr/>
        </p:nvSpPr>
        <p:spPr>
          <a:xfrm>
            <a:off x="5852840" y="2049782"/>
            <a:ext cx="152284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b="1" dirty="0"/>
              <a:t>Azure Open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b="1" dirty="0"/>
              <a:t>Amazon Bedrock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b="1" dirty="0"/>
              <a:t>GCP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solidFill>
                  <a:schemeClr val="accent2"/>
                </a:solidFill>
              </a:rPr>
              <a:t>TCS Fine Tuned  LLM ?</a:t>
            </a:r>
          </a:p>
        </p:txBody>
      </p:sp>
      <p:pic>
        <p:nvPicPr>
          <p:cNvPr id="21" name="Graphic 20" descr="Programmer male with solid fill">
            <a:extLst>
              <a:ext uri="{FF2B5EF4-FFF2-40B4-BE49-F238E27FC236}">
                <a16:creationId xmlns:a16="http://schemas.microsoft.com/office/drawing/2014/main" id="{23F5F898-9FE5-0164-725D-A094FDCCAF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1162" y="2847814"/>
            <a:ext cx="914400" cy="9144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27EA466-9674-B3F9-FAF4-6E8F865F2F27}"/>
              </a:ext>
            </a:extLst>
          </p:cNvPr>
          <p:cNvSpPr txBox="1"/>
          <p:nvPr/>
        </p:nvSpPr>
        <p:spPr>
          <a:xfrm>
            <a:off x="7295767" y="3124777"/>
            <a:ext cx="888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Agentic </a:t>
            </a:r>
          </a:p>
          <a:p>
            <a:pPr algn="ctr"/>
            <a:r>
              <a:rPr lang="en-IN" dirty="0"/>
              <a:t>Approach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B9C58D-5FBA-ECA4-7DA9-D80F54557405}"/>
              </a:ext>
            </a:extLst>
          </p:cNvPr>
          <p:cNvSpPr txBox="1"/>
          <p:nvPr/>
        </p:nvSpPr>
        <p:spPr>
          <a:xfrm>
            <a:off x="3654707" y="85760"/>
            <a:ext cx="34596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Create an API based tool which can work as </a:t>
            </a:r>
            <a:r>
              <a:rPr lang="en-US" sz="1100" b="1" dirty="0"/>
              <a:t>Green Coding Reviewer </a:t>
            </a:r>
            <a:r>
              <a:rPr lang="en-US" sz="1100" dirty="0"/>
              <a:t>for multiple applications/technologies based on Gen AI (LLM)</a:t>
            </a:r>
            <a:endParaRPr lang="en-IN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B15DA4-BFA2-CB2A-B9C5-FF9F1DEBE90C}"/>
              </a:ext>
            </a:extLst>
          </p:cNvPr>
          <p:cNvSpPr/>
          <p:nvPr/>
        </p:nvSpPr>
        <p:spPr>
          <a:xfrm>
            <a:off x="4090042" y="2174378"/>
            <a:ext cx="963915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Apply Green Coding </a:t>
            </a:r>
          </a:p>
          <a:p>
            <a:pPr algn="ctr"/>
            <a:r>
              <a:rPr lang="en-US" sz="1100" dirty="0"/>
              <a:t>Plug-Ins</a:t>
            </a:r>
            <a:endParaRPr lang="en-IN" sz="1100" dirty="0"/>
          </a:p>
        </p:txBody>
      </p:sp>
      <p:sp>
        <p:nvSpPr>
          <p:cNvPr id="56" name="Arrow: Bent 55">
            <a:extLst>
              <a:ext uri="{FF2B5EF4-FFF2-40B4-BE49-F238E27FC236}">
                <a16:creationId xmlns:a16="http://schemas.microsoft.com/office/drawing/2014/main" id="{8BD796A9-369E-BB1B-0A03-44EB1DD9CB5A}"/>
              </a:ext>
            </a:extLst>
          </p:cNvPr>
          <p:cNvSpPr/>
          <p:nvPr/>
        </p:nvSpPr>
        <p:spPr>
          <a:xfrm>
            <a:off x="6644640" y="592183"/>
            <a:ext cx="1227909" cy="269015"/>
          </a:xfrm>
          <a:prstGeom prst="bentArrow">
            <a:avLst>
              <a:gd name="adj1" fmla="val 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9" name="Arrow: Bent 58">
            <a:extLst>
              <a:ext uri="{FF2B5EF4-FFF2-40B4-BE49-F238E27FC236}">
                <a16:creationId xmlns:a16="http://schemas.microsoft.com/office/drawing/2014/main" id="{F7BB9B43-BCD9-76EA-448B-F410D066DC92}"/>
              </a:ext>
            </a:extLst>
          </p:cNvPr>
          <p:cNvSpPr/>
          <p:nvPr/>
        </p:nvSpPr>
        <p:spPr>
          <a:xfrm rot="5400000">
            <a:off x="8017186" y="1046103"/>
            <a:ext cx="679566" cy="344995"/>
          </a:xfrm>
          <a:prstGeom prst="bentArrow">
            <a:avLst>
              <a:gd name="adj1" fmla="val 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C392D60-3A23-2695-EE86-16AE53AF3D66}"/>
              </a:ext>
            </a:extLst>
          </p:cNvPr>
          <p:cNvSpPr/>
          <p:nvPr/>
        </p:nvSpPr>
        <p:spPr>
          <a:xfrm>
            <a:off x="7938646" y="327850"/>
            <a:ext cx="1049706" cy="67823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Green Coding Defects</a:t>
            </a:r>
          </a:p>
        </p:txBody>
      </p:sp>
      <p:sp>
        <p:nvSpPr>
          <p:cNvPr id="60" name="Arrow: Bent 59">
            <a:extLst>
              <a:ext uri="{FF2B5EF4-FFF2-40B4-BE49-F238E27FC236}">
                <a16:creationId xmlns:a16="http://schemas.microsoft.com/office/drawing/2014/main" id="{AC4AE418-334B-C2C9-BB25-1124FCDD1B20}"/>
              </a:ext>
            </a:extLst>
          </p:cNvPr>
          <p:cNvSpPr/>
          <p:nvPr/>
        </p:nvSpPr>
        <p:spPr>
          <a:xfrm rot="5400000">
            <a:off x="8025315" y="2307688"/>
            <a:ext cx="679566" cy="344995"/>
          </a:xfrm>
          <a:prstGeom prst="bentArrow">
            <a:avLst>
              <a:gd name="adj1" fmla="val 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CBEA3D9-DE31-FF36-FF08-4C071DA8AEC9}"/>
              </a:ext>
            </a:extLst>
          </p:cNvPr>
          <p:cNvSpPr/>
          <p:nvPr/>
        </p:nvSpPr>
        <p:spPr>
          <a:xfrm>
            <a:off x="7931640" y="1614703"/>
            <a:ext cx="1049706" cy="67823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Analysis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88887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622E-0AE8-B270-7A60-0D4CFA6A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29F1A6C-FB6A-9BC3-1AAD-5FA5AB9E156F}"/>
              </a:ext>
            </a:extLst>
          </p:cNvPr>
          <p:cNvSpPr/>
          <p:nvPr/>
        </p:nvSpPr>
        <p:spPr>
          <a:xfrm>
            <a:off x="776953" y="3643086"/>
            <a:ext cx="6960920" cy="781180"/>
          </a:xfrm>
          <a:prstGeom prst="roundRect">
            <a:avLst>
              <a:gd name="adj" fmla="val 706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F5355F8-57FE-3BDA-19E8-E3F3C78D3AD6}"/>
              </a:ext>
            </a:extLst>
          </p:cNvPr>
          <p:cNvSpPr txBox="1">
            <a:spLocks/>
          </p:cNvSpPr>
          <p:nvPr/>
        </p:nvSpPr>
        <p:spPr>
          <a:xfrm>
            <a:off x="1320403" y="452025"/>
            <a:ext cx="6256053" cy="267209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l" defTabSz="9143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0" baseline="0" dirty="0">
                <a:solidFill>
                  <a:srgbClr val="E4116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5688" indent="205688" algn="ctr" defTabSz="914105">
              <a:defRPr/>
            </a:pPr>
            <a:r>
              <a:rPr lang="en-US" sz="1400" b="1" kern="1200" dirty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rPr>
              <a:t>Improve Green Coding Coverage</a:t>
            </a:r>
            <a:endParaRPr lang="en-US" sz="2399" b="1" kern="1200" dirty="0">
              <a:solidFill>
                <a:schemeClr val="tx1"/>
              </a:solidFill>
              <a:latin typeface="+mn-lt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9A94CA-8115-7CD3-F9D4-FA739B34497C}"/>
              </a:ext>
            </a:extLst>
          </p:cNvPr>
          <p:cNvSpPr/>
          <p:nvPr/>
        </p:nvSpPr>
        <p:spPr>
          <a:xfrm>
            <a:off x="299789" y="639591"/>
            <a:ext cx="829727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4379">
              <a:defRPr/>
            </a:pPr>
            <a:r>
              <a:rPr lang="en-US" sz="1050" dirty="0"/>
              <a:t>When run on an application, the tool highlights for review the Green Coding design decisions Powered by Gen AI GPT4/LLM/Custom AI Models 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A441C2A-220B-16A3-ABB0-6BA5E8FA5792}"/>
              </a:ext>
            </a:extLst>
          </p:cNvPr>
          <p:cNvSpPr txBox="1">
            <a:spLocks/>
          </p:cNvSpPr>
          <p:nvPr/>
        </p:nvSpPr>
        <p:spPr>
          <a:xfrm>
            <a:off x="5172226" y="2184211"/>
            <a:ext cx="1394701" cy="289329"/>
          </a:xfrm>
          <a:prstGeom prst="rect">
            <a:avLst/>
          </a:prstGeom>
        </p:spPr>
        <p:txBody>
          <a:bodyPr vert="horz" wrap="square" lIns="51169" tIns="25584" rIns="51169" bIns="25584" rtlCol="0" anchor="ctr">
            <a:normAutofit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defTabSz="682168" fontAlgn="base">
              <a:lnSpc>
                <a:spcPct val="93000"/>
              </a:lnSpc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800" b="1" dirty="0">
                <a:solidFill>
                  <a:prstClr val="black"/>
                </a:solidFill>
                <a:latin typeface="+mn-lt"/>
              </a:rPr>
              <a:t>Process Flow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9DF2C7-BB1E-162F-E233-8B05AB3A0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21" y="3800218"/>
            <a:ext cx="7941910" cy="9002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07" indent="-171407" defTabSz="685628">
              <a:buFont typeface="Arial" panose="020B0604020202020204" pitchFamily="34" charset="0"/>
              <a:buChar char="•"/>
              <a:defRPr/>
            </a:pPr>
            <a:r>
              <a:rPr lang="en-US" altLang="en-US" sz="1050" i="1" dirty="0">
                <a:solidFill>
                  <a:srgbClr val="000000"/>
                </a:solidFill>
              </a:rPr>
              <a:t>Take a Back-Up and Database Point Restore of the environment before installation</a:t>
            </a:r>
          </a:p>
          <a:p>
            <a:pPr marL="171407" indent="-171407" defTabSz="685628">
              <a:buFont typeface="Arial" panose="020B0604020202020204" pitchFamily="34" charset="0"/>
              <a:buChar char="•"/>
              <a:defRPr/>
            </a:pPr>
            <a:r>
              <a:rPr lang="en-US" altLang="en-US" sz="1050" i="1" dirty="0">
                <a:solidFill>
                  <a:srgbClr val="000000"/>
                </a:solidFill>
              </a:rPr>
              <a:t>Login to Pega Designer Studio &amp; Import utility </a:t>
            </a:r>
          </a:p>
          <a:p>
            <a:pPr marL="171407" indent="-171407" defTabSz="685628">
              <a:buFont typeface="Arial" panose="020B0604020202020204" pitchFamily="34" charset="0"/>
              <a:buChar char="•"/>
              <a:defRPr/>
            </a:pPr>
            <a:r>
              <a:rPr lang="en-US" altLang="en-US" sz="1050" i="1" dirty="0">
                <a:solidFill>
                  <a:srgbClr val="000000"/>
                </a:solidFill>
              </a:rPr>
              <a:t>Run the Utility which </a:t>
            </a:r>
            <a:r>
              <a:rPr lang="en-US" sz="1050" i="1" dirty="0">
                <a:solidFill>
                  <a:srgbClr val="000000"/>
                </a:solidFill>
              </a:rPr>
              <a:t>Scan the database and Invoke Pega OOTB LLM (Pre-trained for Green Coding) and finds the observations and violations. </a:t>
            </a:r>
          </a:p>
          <a:p>
            <a:pPr marL="171407" indent="-171407" defTabSz="685628">
              <a:buFont typeface="Arial" panose="020B0604020202020204" pitchFamily="34" charset="0"/>
              <a:buChar char="•"/>
              <a:defRPr/>
            </a:pPr>
            <a:r>
              <a:rPr lang="en-US" altLang="en-US" sz="1050" i="1" dirty="0">
                <a:solidFill>
                  <a:srgbClr val="000000"/>
                </a:solidFill>
              </a:rPr>
              <a:t>Observations are listed in Report structure that which can be saved for offline analysis</a:t>
            </a:r>
          </a:p>
          <a:p>
            <a:pPr marL="171407" indent="-171407" defTabSz="685628">
              <a:buFont typeface="Arial" panose="020B0604020202020204" pitchFamily="34" charset="0"/>
              <a:buChar char="•"/>
              <a:defRPr/>
            </a:pPr>
            <a:r>
              <a:rPr lang="en-US" altLang="en-US" sz="1050" i="1" dirty="0">
                <a:solidFill>
                  <a:srgbClr val="000000"/>
                </a:solidFill>
              </a:rPr>
              <a:t>Agentic Approach provides suggestions for Green Code and once accepted will overwrite the previously developed Code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B55D00-3881-B9DF-5E1F-6ADECD27A976}"/>
              </a:ext>
            </a:extLst>
          </p:cNvPr>
          <p:cNvSpPr/>
          <p:nvPr/>
        </p:nvSpPr>
        <p:spPr>
          <a:xfrm>
            <a:off x="482631" y="3540907"/>
            <a:ext cx="798190" cy="2043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5462">
              <a:defRPr/>
            </a:pPr>
            <a:r>
              <a:rPr lang="en-US" sz="1100">
                <a:solidFill>
                  <a:prstClr val="white"/>
                </a:solidFill>
              </a:rPr>
              <a:t>Approach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F0DB7C-DA6B-36A2-3F3B-B83240E8A179}"/>
              </a:ext>
            </a:extLst>
          </p:cNvPr>
          <p:cNvSpPr txBox="1"/>
          <p:nvPr/>
        </p:nvSpPr>
        <p:spPr>
          <a:xfrm>
            <a:off x="69770" y="68580"/>
            <a:ext cx="7700587" cy="342811"/>
          </a:xfrm>
          <a:prstGeom prst="rect">
            <a:avLst/>
          </a:prstGeom>
        </p:spPr>
        <p:txBody>
          <a:bodyPr vert="horz" lIns="68562" tIns="34281" rIns="68562" bIns="34281" rtlCol="0" anchor="t">
            <a:noAutofit/>
          </a:bodyPr>
          <a:lstStyle>
            <a:defPPr>
              <a:defRPr lang="en-US"/>
            </a:defPPr>
            <a:lvl1pPr marR="0" lvl="0" indent="0" defTabSz="12192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kern="0" cap="none" spc="0" normalizeH="0" baseline="0">
                <a:ln>
                  <a:noFill/>
                </a:ln>
                <a:solidFill>
                  <a:srgbClr val="E41165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defRPr>
            </a:lvl1pPr>
          </a:lstStyle>
          <a:p>
            <a:pPr defTabSz="685628">
              <a:lnSpc>
                <a:spcPct val="100000"/>
              </a:lnSpc>
              <a:spcBef>
                <a:spcPts val="0"/>
              </a:spcBef>
              <a:buClr>
                <a:srgbClr val="E41165"/>
              </a:buClr>
              <a:buSzPts val="2800"/>
              <a:defRPr/>
            </a:pPr>
            <a:r>
              <a:rPr lang="en-GB" sz="2100" dirty="0">
                <a:solidFill>
                  <a:srgbClr val="4E84C4"/>
                </a:solidFill>
                <a:latin typeface="+mj-lt"/>
              </a:rPr>
              <a:t>Option2: Installable Utility for each Low Code-No Code Platform</a:t>
            </a:r>
          </a:p>
        </p:txBody>
      </p:sp>
      <p:sp>
        <p:nvSpPr>
          <p:cNvPr id="6" name="Footer Placeholder 25">
            <a:extLst>
              <a:ext uri="{FF2B5EF4-FFF2-40B4-BE49-F238E27FC236}">
                <a16:creationId xmlns:a16="http://schemas.microsoft.com/office/drawing/2014/main" id="{5D122D6A-75DA-7DCA-2BBE-A694FAA4249A}"/>
              </a:ext>
            </a:extLst>
          </p:cNvPr>
          <p:cNvSpPr txBox="1">
            <a:spLocks/>
          </p:cNvSpPr>
          <p:nvPr/>
        </p:nvSpPr>
        <p:spPr>
          <a:xfrm>
            <a:off x="4572000" y="4956358"/>
            <a:ext cx="1875936" cy="127137"/>
          </a:xfrm>
          <a:prstGeom prst="rect">
            <a:avLst/>
          </a:prstGeom>
        </p:spPr>
        <p:txBody>
          <a:bodyPr vert="horz" lIns="63992" tIns="45708" rIns="91416" bIns="45708" rtlCol="0" anchor="ctr"/>
          <a:lstStyle>
            <a:defPPr>
              <a:defRPr lang="en-US"/>
            </a:defPPr>
            <a:lvl1pPr marL="0" algn="l" defTabSz="415556" rtl="0" eaLnBrk="1" latinLnBrk="0" hangingPunct="1">
              <a:defRPr lang="en-US" sz="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7778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56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33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111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89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67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45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223" algn="l" defTabSz="41555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TCS Confidential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F0862-A2B3-E68D-103B-D83C0F2863FD}"/>
              </a:ext>
            </a:extLst>
          </p:cNvPr>
          <p:cNvSpPr txBox="1"/>
          <p:nvPr/>
        </p:nvSpPr>
        <p:spPr>
          <a:xfrm>
            <a:off x="3802261" y="3535376"/>
            <a:ext cx="1414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Sample Flow for Pega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575E7-F65B-71E2-F4E1-60EB22226358}"/>
              </a:ext>
            </a:extLst>
          </p:cNvPr>
          <p:cNvSpPr txBox="1"/>
          <p:nvPr/>
        </p:nvSpPr>
        <p:spPr>
          <a:xfrm>
            <a:off x="2592887" y="2176632"/>
            <a:ext cx="1576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Invoke Pega Gen AI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9D34E84-EDAE-6C4A-BC73-792F5F0D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99348" y="4942596"/>
            <a:ext cx="300588" cy="127170"/>
          </a:xfrm>
        </p:spPr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EE146-DDA7-9017-2690-2B0E92A3DE84}"/>
              </a:ext>
            </a:extLst>
          </p:cNvPr>
          <p:cNvSpPr txBox="1"/>
          <p:nvPr/>
        </p:nvSpPr>
        <p:spPr>
          <a:xfrm>
            <a:off x="7770358" y="2109750"/>
            <a:ext cx="12330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900" b="1" dirty="0"/>
              <a:t>Invoke LLM</a:t>
            </a:r>
            <a:r>
              <a:rPr lang="en-IN" sz="900" b="1" i="1" dirty="0"/>
              <a:t> (Options:)</a:t>
            </a:r>
          </a:p>
          <a:p>
            <a:endParaRPr lang="en-IN" sz="900" b="1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Amazon Bedrock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GCP – Vertex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Grok.AI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Llama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1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23ADD6F-52D8-3CF8-C884-56ECF8949B2D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1947118" y="1642543"/>
            <a:ext cx="872481" cy="3024"/>
          </a:xfrm>
          <a:prstGeom prst="bentConnector3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F3BBB8-3C2F-9778-2A6D-23900927C2FD}"/>
              </a:ext>
            </a:extLst>
          </p:cNvPr>
          <p:cNvSpPr txBox="1"/>
          <p:nvPr/>
        </p:nvSpPr>
        <p:spPr>
          <a:xfrm>
            <a:off x="182026" y="852924"/>
            <a:ext cx="87799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Pega provides integrations with Azure OpenAI Service, Vertex AI, and Amazon AWS Bedrock to access various LLMs like ChatGPT, Gemini, Llama, and Claude.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25B366-62C9-083E-1401-961C69A21045}"/>
              </a:ext>
            </a:extLst>
          </p:cNvPr>
          <p:cNvSpPr txBox="1"/>
          <p:nvPr/>
        </p:nvSpPr>
        <p:spPr>
          <a:xfrm>
            <a:off x="81982" y="1258851"/>
            <a:ext cx="1216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Improvement </a:t>
            </a:r>
          </a:p>
          <a:p>
            <a:r>
              <a:rPr lang="en-IN" dirty="0"/>
              <a:t>Suggestions</a:t>
            </a:r>
          </a:p>
        </p:txBody>
      </p:sp>
      <p:pic>
        <p:nvPicPr>
          <p:cNvPr id="15" name="Graphic 14" descr="Programmer male with solid fill">
            <a:extLst>
              <a:ext uri="{FF2B5EF4-FFF2-40B4-BE49-F238E27FC236}">
                <a16:creationId xmlns:a16="http://schemas.microsoft.com/office/drawing/2014/main" id="{217CA443-4A37-8297-E7CB-86932DEAD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457" y="1908993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9B0828-A468-C8C9-9E6C-C5F02DD76B15}"/>
              </a:ext>
            </a:extLst>
          </p:cNvPr>
          <p:cNvSpPr txBox="1"/>
          <p:nvPr/>
        </p:nvSpPr>
        <p:spPr>
          <a:xfrm>
            <a:off x="-44216" y="2147123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Agentic </a:t>
            </a:r>
          </a:p>
          <a:p>
            <a:pPr algn="ctr"/>
            <a:r>
              <a:rPr lang="en-IN" sz="1000" dirty="0"/>
              <a:t>Approach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1A5F8-3790-AF13-0ED1-07120F435BD2}"/>
              </a:ext>
            </a:extLst>
          </p:cNvPr>
          <p:cNvSpPr/>
          <p:nvPr/>
        </p:nvSpPr>
        <p:spPr>
          <a:xfrm>
            <a:off x="1433312" y="1378605"/>
            <a:ext cx="513806" cy="527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A767F6-FBD5-80CC-8FBD-093D22283BE7}"/>
              </a:ext>
            </a:extLst>
          </p:cNvPr>
          <p:cNvSpPr/>
          <p:nvPr/>
        </p:nvSpPr>
        <p:spPr>
          <a:xfrm>
            <a:off x="2819599" y="1381629"/>
            <a:ext cx="914400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SelectApp</a:t>
            </a:r>
            <a:endParaRPr lang="en-IN" sz="11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70FABE-9894-CF3D-6A3C-64F335AB0834}"/>
              </a:ext>
            </a:extLst>
          </p:cNvPr>
          <p:cNvSpPr/>
          <p:nvPr/>
        </p:nvSpPr>
        <p:spPr>
          <a:xfrm>
            <a:off x="4817871" y="1377005"/>
            <a:ext cx="914400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Select</a:t>
            </a:r>
          </a:p>
          <a:p>
            <a:pPr algn="ctr"/>
            <a:r>
              <a:rPr lang="en-US" sz="1100" dirty="0"/>
              <a:t>Rulesets</a:t>
            </a:r>
            <a:endParaRPr lang="en-IN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A29C17-BC2B-457F-B7C3-7F5CC741D4AD}"/>
              </a:ext>
            </a:extLst>
          </p:cNvPr>
          <p:cNvSpPr/>
          <p:nvPr/>
        </p:nvSpPr>
        <p:spPr>
          <a:xfrm>
            <a:off x="6724708" y="1375794"/>
            <a:ext cx="963915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Apply Green Coding </a:t>
            </a:r>
          </a:p>
          <a:p>
            <a:pPr algn="ctr"/>
            <a:r>
              <a:rPr lang="en-US" sz="1100" dirty="0"/>
              <a:t>Plug-Ins</a:t>
            </a:r>
            <a:endParaRPr lang="en-IN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D77EC3-7AB7-EA93-8874-BD997E80A6A6}"/>
              </a:ext>
            </a:extLst>
          </p:cNvPr>
          <p:cNvSpPr/>
          <p:nvPr/>
        </p:nvSpPr>
        <p:spPr>
          <a:xfrm>
            <a:off x="4826521" y="2812978"/>
            <a:ext cx="914400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Process</a:t>
            </a:r>
          </a:p>
          <a:p>
            <a:pPr algn="ctr"/>
            <a:r>
              <a:rPr lang="en-US" sz="1100" dirty="0"/>
              <a:t>Results</a:t>
            </a:r>
            <a:endParaRPr lang="en-IN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0483BB-0E24-5391-270E-2C5EB033281F}"/>
              </a:ext>
            </a:extLst>
          </p:cNvPr>
          <p:cNvSpPr/>
          <p:nvPr/>
        </p:nvSpPr>
        <p:spPr>
          <a:xfrm>
            <a:off x="2819599" y="2812979"/>
            <a:ext cx="914400" cy="527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View</a:t>
            </a:r>
          </a:p>
          <a:p>
            <a:pPr algn="ctr"/>
            <a:r>
              <a:rPr lang="en-US" sz="1100" dirty="0"/>
              <a:t>Results</a:t>
            </a:r>
            <a:endParaRPr lang="en-IN" sz="11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8DEE7A-37E6-0D5C-2A89-BA95F9D7B3A6}"/>
              </a:ext>
            </a:extLst>
          </p:cNvPr>
          <p:cNvSpPr/>
          <p:nvPr/>
        </p:nvSpPr>
        <p:spPr>
          <a:xfrm>
            <a:off x="1472102" y="2815968"/>
            <a:ext cx="513806" cy="527875"/>
          </a:xfrm>
          <a:prstGeom prst="ellipse">
            <a:avLst/>
          </a:prstGeom>
          <a:solidFill>
            <a:srgbClr val="F79C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Graphic 20" descr="Head with gears with solid fill">
            <a:extLst>
              <a:ext uri="{FF2B5EF4-FFF2-40B4-BE49-F238E27FC236}">
                <a16:creationId xmlns:a16="http://schemas.microsoft.com/office/drawing/2014/main" id="{44871436-9A39-0260-B800-417E42B0E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5845" y="2815968"/>
            <a:ext cx="727945" cy="738664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410411D-DDBA-1D62-EAD7-E932DC9738F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733999" y="1640943"/>
            <a:ext cx="1083872" cy="462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B7737BD-9CAF-1AEF-86F5-2848B1212F7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732271" y="1639732"/>
            <a:ext cx="992437" cy="121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D3B9B41-F1E9-9817-8A5B-6A9D0C283A62}"/>
              </a:ext>
            </a:extLst>
          </p:cNvPr>
          <p:cNvCxnSpPr>
            <a:cxnSpLocks/>
            <a:stCxn id="12" idx="3"/>
            <a:endCxn id="7" idx="0"/>
          </p:cNvCxnSpPr>
          <p:nvPr/>
        </p:nvCxnSpPr>
        <p:spPr>
          <a:xfrm>
            <a:off x="7688623" y="1639732"/>
            <a:ext cx="698250" cy="470018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2FCD650-6BB3-F69F-8C2A-1EC212D7D014}"/>
              </a:ext>
            </a:extLst>
          </p:cNvPr>
          <p:cNvCxnSpPr>
            <a:cxnSpLocks/>
            <a:stCxn id="7" idx="1"/>
            <a:endCxn id="17" idx="3"/>
          </p:cNvCxnSpPr>
          <p:nvPr/>
        </p:nvCxnSpPr>
        <p:spPr>
          <a:xfrm rot="10800000" flipV="1">
            <a:off x="5740922" y="2848414"/>
            <a:ext cx="2029437" cy="22850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66934BF-7236-E960-A556-BBFE366AD2AF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rot="10800000" flipV="1">
            <a:off x="3733999" y="3076915"/>
            <a:ext cx="1092522" cy="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6C21E67-337A-E832-B133-FF21D9C4058C}"/>
              </a:ext>
            </a:extLst>
          </p:cNvPr>
          <p:cNvCxnSpPr>
            <a:cxnSpLocks/>
            <a:stCxn id="18" idx="1"/>
            <a:endCxn id="19" idx="6"/>
          </p:cNvCxnSpPr>
          <p:nvPr/>
        </p:nvCxnSpPr>
        <p:spPr>
          <a:xfrm rot="10800000" flipV="1">
            <a:off x="1985909" y="3076916"/>
            <a:ext cx="833691" cy="298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337786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8">
            <a:extLst>
              <a:ext uri="{FF2B5EF4-FFF2-40B4-BE49-F238E27FC236}">
                <a16:creationId xmlns:a16="http://schemas.microsoft.com/office/drawing/2014/main" id="{0B83C3ED-BC1B-C626-E137-0A7096CFDA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0838" y="498009"/>
            <a:ext cx="8598224" cy="3947315"/>
            <a:chOff x="-2508" y="-1001"/>
            <a:chExt cx="12698" cy="6322"/>
          </a:xfrm>
          <a:solidFill>
            <a:schemeClr val="accent1">
              <a:lumMod val="50000"/>
              <a:alpha val="16000"/>
            </a:schemeClr>
          </a:solidFill>
        </p:grpSpPr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8A12C456-A48D-E2E0-935E-F14FA1766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DA4AC276-6A02-BCE1-CA42-AE5DB68D0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2145F837-B477-069F-F041-14594B5E0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109BA7F8-EB8A-94D2-2052-7CA93B1E2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BC8EFB20-4002-9E87-139A-E82B7561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4A48E461-B008-A34C-92C8-BC277F261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666CBE94-00A9-BDB9-B0BA-9BAE4E9D2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C854B0C9-73CD-EE3A-F5C4-1FDA45E61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2106492A-B194-BD3D-1C49-EA87A46EF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1" name="Freeform 38">
              <a:extLst>
                <a:ext uri="{FF2B5EF4-FFF2-40B4-BE49-F238E27FC236}">
                  <a16:creationId xmlns:a16="http://schemas.microsoft.com/office/drawing/2014/main" id="{E210447C-4524-6CE5-C0AC-558EB3E49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2" name="Freeform 39">
              <a:extLst>
                <a:ext uri="{FF2B5EF4-FFF2-40B4-BE49-F238E27FC236}">
                  <a16:creationId xmlns:a16="http://schemas.microsoft.com/office/drawing/2014/main" id="{B3B26BEB-3CC3-036C-2E84-4B4D720DD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3" name="Freeform 40">
              <a:extLst>
                <a:ext uri="{FF2B5EF4-FFF2-40B4-BE49-F238E27FC236}">
                  <a16:creationId xmlns:a16="http://schemas.microsoft.com/office/drawing/2014/main" id="{FB438AC1-2A71-8619-8D09-FFE6B292B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BC18B8BF-28E6-7C93-BEAC-4C2824B88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5" name="Freeform 42">
              <a:extLst>
                <a:ext uri="{FF2B5EF4-FFF2-40B4-BE49-F238E27FC236}">
                  <a16:creationId xmlns:a16="http://schemas.microsoft.com/office/drawing/2014/main" id="{DFA983ED-EF3F-33FF-B3EC-302A03E94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6" name="Freeform 43">
              <a:extLst>
                <a:ext uri="{FF2B5EF4-FFF2-40B4-BE49-F238E27FC236}">
                  <a16:creationId xmlns:a16="http://schemas.microsoft.com/office/drawing/2014/main" id="{D94BCE49-3AB4-FE8C-B110-54AF3019F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7" name="Freeform 44">
              <a:extLst>
                <a:ext uri="{FF2B5EF4-FFF2-40B4-BE49-F238E27FC236}">
                  <a16:creationId xmlns:a16="http://schemas.microsoft.com/office/drawing/2014/main" id="{635BD69A-E683-42AE-4CF1-6915ACA7B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8" name="Freeform 45">
              <a:extLst>
                <a:ext uri="{FF2B5EF4-FFF2-40B4-BE49-F238E27FC236}">
                  <a16:creationId xmlns:a16="http://schemas.microsoft.com/office/drawing/2014/main" id="{1CCE9B4C-EA5C-78E2-C3F6-E1CCA30DE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69" name="Freeform 46">
              <a:extLst>
                <a:ext uri="{FF2B5EF4-FFF2-40B4-BE49-F238E27FC236}">
                  <a16:creationId xmlns:a16="http://schemas.microsoft.com/office/drawing/2014/main" id="{4599DB2D-3D18-BEAF-8213-0CE308555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0" name="Freeform 47">
              <a:extLst>
                <a:ext uri="{FF2B5EF4-FFF2-40B4-BE49-F238E27FC236}">
                  <a16:creationId xmlns:a16="http://schemas.microsoft.com/office/drawing/2014/main" id="{3CECB0DC-0A15-E0F3-0E08-D65484FA8D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1" name="Freeform 48">
              <a:extLst>
                <a:ext uri="{FF2B5EF4-FFF2-40B4-BE49-F238E27FC236}">
                  <a16:creationId xmlns:a16="http://schemas.microsoft.com/office/drawing/2014/main" id="{4D79C070-434D-2886-6D1A-C6F9BA707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2" name="Freeform 49">
              <a:extLst>
                <a:ext uri="{FF2B5EF4-FFF2-40B4-BE49-F238E27FC236}">
                  <a16:creationId xmlns:a16="http://schemas.microsoft.com/office/drawing/2014/main" id="{DFBA4709-10F4-1FFF-6A52-88E4163AB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3" name="Freeform 50">
              <a:extLst>
                <a:ext uri="{FF2B5EF4-FFF2-40B4-BE49-F238E27FC236}">
                  <a16:creationId xmlns:a16="http://schemas.microsoft.com/office/drawing/2014/main" id="{C275FAA4-31F6-349D-563A-07D6B19DA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4" name="Freeform 51">
              <a:extLst>
                <a:ext uri="{FF2B5EF4-FFF2-40B4-BE49-F238E27FC236}">
                  <a16:creationId xmlns:a16="http://schemas.microsoft.com/office/drawing/2014/main" id="{B92C6E7D-C01B-F87F-9E8C-77D27D7E4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5" name="Freeform 52">
              <a:extLst>
                <a:ext uri="{FF2B5EF4-FFF2-40B4-BE49-F238E27FC236}">
                  <a16:creationId xmlns:a16="http://schemas.microsoft.com/office/drawing/2014/main" id="{85F5F716-C1C6-DABE-B94C-FFD29D07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6" name="Freeform 53">
              <a:extLst>
                <a:ext uri="{FF2B5EF4-FFF2-40B4-BE49-F238E27FC236}">
                  <a16:creationId xmlns:a16="http://schemas.microsoft.com/office/drawing/2014/main" id="{2E025A08-5D55-7802-DEC0-724894F15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7" name="Freeform 54">
              <a:extLst>
                <a:ext uri="{FF2B5EF4-FFF2-40B4-BE49-F238E27FC236}">
                  <a16:creationId xmlns:a16="http://schemas.microsoft.com/office/drawing/2014/main" id="{4D5A2EDA-25B0-E6B2-DDBB-45DE9B36C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8" name="Freeform 55">
              <a:extLst>
                <a:ext uri="{FF2B5EF4-FFF2-40B4-BE49-F238E27FC236}">
                  <a16:creationId xmlns:a16="http://schemas.microsoft.com/office/drawing/2014/main" id="{DACF09EA-AE49-CA38-94ED-16529DB59A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79" name="Freeform 56">
              <a:extLst>
                <a:ext uri="{FF2B5EF4-FFF2-40B4-BE49-F238E27FC236}">
                  <a16:creationId xmlns:a16="http://schemas.microsoft.com/office/drawing/2014/main" id="{165EC68D-BFDE-F639-34B4-A49708C9A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0" name="Freeform 57">
              <a:extLst>
                <a:ext uri="{FF2B5EF4-FFF2-40B4-BE49-F238E27FC236}">
                  <a16:creationId xmlns:a16="http://schemas.microsoft.com/office/drawing/2014/main" id="{CBCA1AB4-53A2-9261-3E78-385F2B9E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1" name="Freeform 58">
              <a:extLst>
                <a:ext uri="{FF2B5EF4-FFF2-40B4-BE49-F238E27FC236}">
                  <a16:creationId xmlns:a16="http://schemas.microsoft.com/office/drawing/2014/main" id="{CB733EB5-D0BA-8C17-D316-4CFF8AC85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2" name="Freeform 59">
              <a:extLst>
                <a:ext uri="{FF2B5EF4-FFF2-40B4-BE49-F238E27FC236}">
                  <a16:creationId xmlns:a16="http://schemas.microsoft.com/office/drawing/2014/main" id="{4A65F9D7-5E7C-FDD1-AA63-F8433B8E8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3" name="Freeform 60">
              <a:extLst>
                <a:ext uri="{FF2B5EF4-FFF2-40B4-BE49-F238E27FC236}">
                  <a16:creationId xmlns:a16="http://schemas.microsoft.com/office/drawing/2014/main" id="{6C26CA81-B9EF-4F7F-0890-E7B232696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4" name="Freeform 61">
              <a:extLst>
                <a:ext uri="{FF2B5EF4-FFF2-40B4-BE49-F238E27FC236}">
                  <a16:creationId xmlns:a16="http://schemas.microsoft.com/office/drawing/2014/main" id="{678DA7FA-7B1F-AE51-6719-0CA0F43F4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5" name="Freeform 62">
              <a:extLst>
                <a:ext uri="{FF2B5EF4-FFF2-40B4-BE49-F238E27FC236}">
                  <a16:creationId xmlns:a16="http://schemas.microsoft.com/office/drawing/2014/main" id="{C135C44A-92C6-153F-FF00-75AC000E3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6" name="Freeform 63">
              <a:extLst>
                <a:ext uri="{FF2B5EF4-FFF2-40B4-BE49-F238E27FC236}">
                  <a16:creationId xmlns:a16="http://schemas.microsoft.com/office/drawing/2014/main" id="{18CB1BAD-5CBD-81A7-6B20-BFA409963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7" name="Freeform 64">
              <a:extLst>
                <a:ext uri="{FF2B5EF4-FFF2-40B4-BE49-F238E27FC236}">
                  <a16:creationId xmlns:a16="http://schemas.microsoft.com/office/drawing/2014/main" id="{F5764C67-FBCA-BD3A-5C49-6601342C5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8" name="Freeform 65">
              <a:extLst>
                <a:ext uri="{FF2B5EF4-FFF2-40B4-BE49-F238E27FC236}">
                  <a16:creationId xmlns:a16="http://schemas.microsoft.com/office/drawing/2014/main" id="{58BC994B-7CC8-CE28-2F54-F649BEAF1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89" name="Freeform 66">
              <a:extLst>
                <a:ext uri="{FF2B5EF4-FFF2-40B4-BE49-F238E27FC236}">
                  <a16:creationId xmlns:a16="http://schemas.microsoft.com/office/drawing/2014/main" id="{27FB9218-5C31-ED20-90F5-B0C3E5DC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0" name="Freeform 67">
              <a:extLst>
                <a:ext uri="{FF2B5EF4-FFF2-40B4-BE49-F238E27FC236}">
                  <a16:creationId xmlns:a16="http://schemas.microsoft.com/office/drawing/2014/main" id="{5B994C05-B20F-102C-D6A0-871921C8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1" name="Freeform 68">
              <a:extLst>
                <a:ext uri="{FF2B5EF4-FFF2-40B4-BE49-F238E27FC236}">
                  <a16:creationId xmlns:a16="http://schemas.microsoft.com/office/drawing/2014/main" id="{D2741B35-8BEE-3E40-A99F-EA419E154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2" name="Freeform 69">
              <a:extLst>
                <a:ext uri="{FF2B5EF4-FFF2-40B4-BE49-F238E27FC236}">
                  <a16:creationId xmlns:a16="http://schemas.microsoft.com/office/drawing/2014/main" id="{4E7BCCF1-BDE9-5935-1579-C3DAFB3797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3" name="Freeform 70">
              <a:extLst>
                <a:ext uri="{FF2B5EF4-FFF2-40B4-BE49-F238E27FC236}">
                  <a16:creationId xmlns:a16="http://schemas.microsoft.com/office/drawing/2014/main" id="{31D73F97-524C-6451-7E70-EBC8A6D0D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4" name="Freeform 71">
              <a:extLst>
                <a:ext uri="{FF2B5EF4-FFF2-40B4-BE49-F238E27FC236}">
                  <a16:creationId xmlns:a16="http://schemas.microsoft.com/office/drawing/2014/main" id="{3FBC0B83-305B-C7C2-E2E0-00D2421E1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5" name="Freeform 72">
              <a:extLst>
                <a:ext uri="{FF2B5EF4-FFF2-40B4-BE49-F238E27FC236}">
                  <a16:creationId xmlns:a16="http://schemas.microsoft.com/office/drawing/2014/main" id="{21BD21B4-5790-E163-A665-5DCF785D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6" name="Freeform 73">
              <a:extLst>
                <a:ext uri="{FF2B5EF4-FFF2-40B4-BE49-F238E27FC236}">
                  <a16:creationId xmlns:a16="http://schemas.microsoft.com/office/drawing/2014/main" id="{1F3FDCFE-5F91-EE72-9CAC-F4EA1AC29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7" name="Freeform 74">
              <a:extLst>
                <a:ext uri="{FF2B5EF4-FFF2-40B4-BE49-F238E27FC236}">
                  <a16:creationId xmlns:a16="http://schemas.microsoft.com/office/drawing/2014/main" id="{D8F677AC-3370-5E72-6B57-A8FD14562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8" name="Freeform 75">
              <a:extLst>
                <a:ext uri="{FF2B5EF4-FFF2-40B4-BE49-F238E27FC236}">
                  <a16:creationId xmlns:a16="http://schemas.microsoft.com/office/drawing/2014/main" id="{BEABBB44-558F-7526-47F6-E2002900B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99" name="Freeform 76">
              <a:extLst>
                <a:ext uri="{FF2B5EF4-FFF2-40B4-BE49-F238E27FC236}">
                  <a16:creationId xmlns:a16="http://schemas.microsoft.com/office/drawing/2014/main" id="{F52C01D2-767D-950B-1EE4-2017F3BD4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0" name="Freeform 77">
              <a:extLst>
                <a:ext uri="{FF2B5EF4-FFF2-40B4-BE49-F238E27FC236}">
                  <a16:creationId xmlns:a16="http://schemas.microsoft.com/office/drawing/2014/main" id="{4D8E37A2-BD3D-ED95-6254-145C29DCC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1" name="Freeform 78">
              <a:extLst>
                <a:ext uri="{FF2B5EF4-FFF2-40B4-BE49-F238E27FC236}">
                  <a16:creationId xmlns:a16="http://schemas.microsoft.com/office/drawing/2014/main" id="{97273CC9-E2E3-9756-F866-ED392A404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2" name="Freeform 79">
              <a:extLst>
                <a:ext uri="{FF2B5EF4-FFF2-40B4-BE49-F238E27FC236}">
                  <a16:creationId xmlns:a16="http://schemas.microsoft.com/office/drawing/2014/main" id="{C31C2B89-5229-F79E-F222-86537A4D4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3" name="Freeform 80">
              <a:extLst>
                <a:ext uri="{FF2B5EF4-FFF2-40B4-BE49-F238E27FC236}">
                  <a16:creationId xmlns:a16="http://schemas.microsoft.com/office/drawing/2014/main" id="{83228081-68F6-4FD2-E1B8-9EBB2BC22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4" name="Freeform 81">
              <a:extLst>
                <a:ext uri="{FF2B5EF4-FFF2-40B4-BE49-F238E27FC236}">
                  <a16:creationId xmlns:a16="http://schemas.microsoft.com/office/drawing/2014/main" id="{D13E231F-6919-4E23-6569-FDADABBE7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5" name="Freeform 82">
              <a:extLst>
                <a:ext uri="{FF2B5EF4-FFF2-40B4-BE49-F238E27FC236}">
                  <a16:creationId xmlns:a16="http://schemas.microsoft.com/office/drawing/2014/main" id="{2D4AE069-EC15-05E1-1920-D2E986B1B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6" name="Freeform 83">
              <a:extLst>
                <a:ext uri="{FF2B5EF4-FFF2-40B4-BE49-F238E27FC236}">
                  <a16:creationId xmlns:a16="http://schemas.microsoft.com/office/drawing/2014/main" id="{E3733E98-B8CB-44F0-0A46-6BB046148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7" name="Freeform 84">
              <a:extLst>
                <a:ext uri="{FF2B5EF4-FFF2-40B4-BE49-F238E27FC236}">
                  <a16:creationId xmlns:a16="http://schemas.microsoft.com/office/drawing/2014/main" id="{03CB4723-D6A8-2C09-B3FE-E2F8895A6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8" name="Freeform 85">
              <a:extLst>
                <a:ext uri="{FF2B5EF4-FFF2-40B4-BE49-F238E27FC236}">
                  <a16:creationId xmlns:a16="http://schemas.microsoft.com/office/drawing/2014/main" id="{FFBC6F0C-564A-EE33-4019-FBD071009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09" name="Freeform 86">
              <a:extLst>
                <a:ext uri="{FF2B5EF4-FFF2-40B4-BE49-F238E27FC236}">
                  <a16:creationId xmlns:a16="http://schemas.microsoft.com/office/drawing/2014/main" id="{E1D7F77F-A5F4-4391-17D8-A0AF142AE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0" name="Freeform 87">
              <a:extLst>
                <a:ext uri="{FF2B5EF4-FFF2-40B4-BE49-F238E27FC236}">
                  <a16:creationId xmlns:a16="http://schemas.microsoft.com/office/drawing/2014/main" id="{4D563FD9-A846-F75C-A738-BBEE64EB8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1" name="Freeform 88">
              <a:extLst>
                <a:ext uri="{FF2B5EF4-FFF2-40B4-BE49-F238E27FC236}">
                  <a16:creationId xmlns:a16="http://schemas.microsoft.com/office/drawing/2014/main" id="{353B142F-4629-770E-E998-8B4D8A8AC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2" name="Freeform 89">
              <a:extLst>
                <a:ext uri="{FF2B5EF4-FFF2-40B4-BE49-F238E27FC236}">
                  <a16:creationId xmlns:a16="http://schemas.microsoft.com/office/drawing/2014/main" id="{6EFE66CD-B9B4-7296-E47F-2B95C9E52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3" name="Freeform 90">
              <a:extLst>
                <a:ext uri="{FF2B5EF4-FFF2-40B4-BE49-F238E27FC236}">
                  <a16:creationId xmlns:a16="http://schemas.microsoft.com/office/drawing/2014/main" id="{3B855A2A-B56D-5356-87C6-2EE2EE752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4" name="Freeform 92">
              <a:extLst>
                <a:ext uri="{FF2B5EF4-FFF2-40B4-BE49-F238E27FC236}">
                  <a16:creationId xmlns:a16="http://schemas.microsoft.com/office/drawing/2014/main" id="{FE7A09BF-89A0-41C0-8691-ECF318537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5" name="Freeform 93">
              <a:extLst>
                <a:ext uri="{FF2B5EF4-FFF2-40B4-BE49-F238E27FC236}">
                  <a16:creationId xmlns:a16="http://schemas.microsoft.com/office/drawing/2014/main" id="{BE067F18-DE7F-F58F-0199-05635C3B3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6" name="Freeform 94">
              <a:extLst>
                <a:ext uri="{FF2B5EF4-FFF2-40B4-BE49-F238E27FC236}">
                  <a16:creationId xmlns:a16="http://schemas.microsoft.com/office/drawing/2014/main" id="{E6F3C0CD-628B-1971-53B9-7993BE713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 dirty="0"/>
            </a:p>
          </p:txBody>
        </p:sp>
        <p:sp>
          <p:nvSpPr>
            <p:cNvPr id="117" name="Freeform 95">
              <a:extLst>
                <a:ext uri="{FF2B5EF4-FFF2-40B4-BE49-F238E27FC236}">
                  <a16:creationId xmlns:a16="http://schemas.microsoft.com/office/drawing/2014/main" id="{96F1B408-A2A4-1A9E-F2B4-DA4B5D7B4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 dirty="0"/>
            </a:p>
          </p:txBody>
        </p:sp>
        <p:sp>
          <p:nvSpPr>
            <p:cNvPr id="118" name="Freeform 96">
              <a:extLst>
                <a:ext uri="{FF2B5EF4-FFF2-40B4-BE49-F238E27FC236}">
                  <a16:creationId xmlns:a16="http://schemas.microsoft.com/office/drawing/2014/main" id="{6A1E9D38-19E5-5578-02C1-B61FD58CE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19" name="Freeform 97">
              <a:extLst>
                <a:ext uri="{FF2B5EF4-FFF2-40B4-BE49-F238E27FC236}">
                  <a16:creationId xmlns:a16="http://schemas.microsoft.com/office/drawing/2014/main" id="{CEE4F919-75F8-A4C7-C503-7309D26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0" name="Freeform 98">
              <a:extLst>
                <a:ext uri="{FF2B5EF4-FFF2-40B4-BE49-F238E27FC236}">
                  <a16:creationId xmlns:a16="http://schemas.microsoft.com/office/drawing/2014/main" id="{0BFC5DE7-C5D4-0BFA-D1A0-FD22C1807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1" name="Freeform 99">
              <a:extLst>
                <a:ext uri="{FF2B5EF4-FFF2-40B4-BE49-F238E27FC236}">
                  <a16:creationId xmlns:a16="http://schemas.microsoft.com/office/drawing/2014/main" id="{BEFFE625-6CA9-8A6C-3240-2261E32A0A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2" name="Freeform 100">
              <a:extLst>
                <a:ext uri="{FF2B5EF4-FFF2-40B4-BE49-F238E27FC236}">
                  <a16:creationId xmlns:a16="http://schemas.microsoft.com/office/drawing/2014/main" id="{8D1F6BBD-BC74-E3BC-A2B6-EB88EA8E2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3" name="Freeform 101">
              <a:extLst>
                <a:ext uri="{FF2B5EF4-FFF2-40B4-BE49-F238E27FC236}">
                  <a16:creationId xmlns:a16="http://schemas.microsoft.com/office/drawing/2014/main" id="{F94863E6-1B78-F67A-EE3E-D02163120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4" name="Freeform 102">
              <a:extLst>
                <a:ext uri="{FF2B5EF4-FFF2-40B4-BE49-F238E27FC236}">
                  <a16:creationId xmlns:a16="http://schemas.microsoft.com/office/drawing/2014/main" id="{C6ABC2ED-C759-CA55-87C5-79C8CD967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5" name="Freeform 103">
              <a:extLst>
                <a:ext uri="{FF2B5EF4-FFF2-40B4-BE49-F238E27FC236}">
                  <a16:creationId xmlns:a16="http://schemas.microsoft.com/office/drawing/2014/main" id="{68DB4AD3-CD10-C803-4F06-9804314FF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6" name="Freeform 104">
              <a:extLst>
                <a:ext uri="{FF2B5EF4-FFF2-40B4-BE49-F238E27FC236}">
                  <a16:creationId xmlns:a16="http://schemas.microsoft.com/office/drawing/2014/main" id="{46CB64CC-8D52-1D48-8F09-7A76B716F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7" name="Freeform 105">
              <a:extLst>
                <a:ext uri="{FF2B5EF4-FFF2-40B4-BE49-F238E27FC236}">
                  <a16:creationId xmlns:a16="http://schemas.microsoft.com/office/drawing/2014/main" id="{4229DDA3-D969-97ED-AE04-AECC35AA2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8" name="Freeform 106">
              <a:extLst>
                <a:ext uri="{FF2B5EF4-FFF2-40B4-BE49-F238E27FC236}">
                  <a16:creationId xmlns:a16="http://schemas.microsoft.com/office/drawing/2014/main" id="{778AC29D-5A53-ECC0-BD2D-525A7BBFB4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29" name="Freeform 107">
              <a:extLst>
                <a:ext uri="{FF2B5EF4-FFF2-40B4-BE49-F238E27FC236}">
                  <a16:creationId xmlns:a16="http://schemas.microsoft.com/office/drawing/2014/main" id="{F2EB1511-9065-8C2D-3A81-015F05148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0" name="Freeform 108">
              <a:extLst>
                <a:ext uri="{FF2B5EF4-FFF2-40B4-BE49-F238E27FC236}">
                  <a16:creationId xmlns:a16="http://schemas.microsoft.com/office/drawing/2014/main" id="{551CDB93-B242-A4E9-55DD-F62CBC81E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1" name="Freeform 109">
              <a:extLst>
                <a:ext uri="{FF2B5EF4-FFF2-40B4-BE49-F238E27FC236}">
                  <a16:creationId xmlns:a16="http://schemas.microsoft.com/office/drawing/2014/main" id="{DD6BFA98-4140-1267-77F1-3F737FCA2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2" name="Freeform 110">
              <a:extLst>
                <a:ext uri="{FF2B5EF4-FFF2-40B4-BE49-F238E27FC236}">
                  <a16:creationId xmlns:a16="http://schemas.microsoft.com/office/drawing/2014/main" id="{CF27002E-392A-F831-1273-03D15E190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3" name="Freeform 111">
              <a:extLst>
                <a:ext uri="{FF2B5EF4-FFF2-40B4-BE49-F238E27FC236}">
                  <a16:creationId xmlns:a16="http://schemas.microsoft.com/office/drawing/2014/main" id="{DE2E059A-9279-470F-DFAD-4E2423143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4" name="Freeform 112">
              <a:extLst>
                <a:ext uri="{FF2B5EF4-FFF2-40B4-BE49-F238E27FC236}">
                  <a16:creationId xmlns:a16="http://schemas.microsoft.com/office/drawing/2014/main" id="{362D1865-73EC-58EB-64A4-ED719FCA3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5" name="Freeform 113">
              <a:extLst>
                <a:ext uri="{FF2B5EF4-FFF2-40B4-BE49-F238E27FC236}">
                  <a16:creationId xmlns:a16="http://schemas.microsoft.com/office/drawing/2014/main" id="{9CD6AEE6-4A5B-7AF0-45EE-93D2FB075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6" name="Freeform 114">
              <a:extLst>
                <a:ext uri="{FF2B5EF4-FFF2-40B4-BE49-F238E27FC236}">
                  <a16:creationId xmlns:a16="http://schemas.microsoft.com/office/drawing/2014/main" id="{127723B7-386B-D5D3-55C7-BCE7FF1D8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7" name="Freeform 115">
              <a:extLst>
                <a:ext uri="{FF2B5EF4-FFF2-40B4-BE49-F238E27FC236}">
                  <a16:creationId xmlns:a16="http://schemas.microsoft.com/office/drawing/2014/main" id="{050D8B09-F925-BABB-68DF-523E7EE5E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8" name="Freeform 116">
              <a:extLst>
                <a:ext uri="{FF2B5EF4-FFF2-40B4-BE49-F238E27FC236}">
                  <a16:creationId xmlns:a16="http://schemas.microsoft.com/office/drawing/2014/main" id="{62CC2B54-B255-A76F-4008-420F2C106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39" name="Freeform 117">
              <a:extLst>
                <a:ext uri="{FF2B5EF4-FFF2-40B4-BE49-F238E27FC236}">
                  <a16:creationId xmlns:a16="http://schemas.microsoft.com/office/drawing/2014/main" id="{6900ABE9-3A2D-A454-6A0D-E5B39B78A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0" name="Freeform 118">
              <a:extLst>
                <a:ext uri="{FF2B5EF4-FFF2-40B4-BE49-F238E27FC236}">
                  <a16:creationId xmlns:a16="http://schemas.microsoft.com/office/drawing/2014/main" id="{2877F0EF-5CD7-977E-B2D1-C0214EDFF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1" name="Freeform 119">
              <a:extLst>
                <a:ext uri="{FF2B5EF4-FFF2-40B4-BE49-F238E27FC236}">
                  <a16:creationId xmlns:a16="http://schemas.microsoft.com/office/drawing/2014/main" id="{DF95068E-5A38-F361-D81F-EF752721A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2" name="Freeform 120">
              <a:extLst>
                <a:ext uri="{FF2B5EF4-FFF2-40B4-BE49-F238E27FC236}">
                  <a16:creationId xmlns:a16="http://schemas.microsoft.com/office/drawing/2014/main" id="{285F5F33-3A2A-15BF-A670-C923446B6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3" name="Freeform 121">
              <a:extLst>
                <a:ext uri="{FF2B5EF4-FFF2-40B4-BE49-F238E27FC236}">
                  <a16:creationId xmlns:a16="http://schemas.microsoft.com/office/drawing/2014/main" id="{A7E009B7-5630-1471-55F3-AE430E0C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4" name="Freeform 122">
              <a:extLst>
                <a:ext uri="{FF2B5EF4-FFF2-40B4-BE49-F238E27FC236}">
                  <a16:creationId xmlns:a16="http://schemas.microsoft.com/office/drawing/2014/main" id="{5D8F5853-B34E-6288-5BF7-8BCB03C33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5" name="Freeform 123">
              <a:extLst>
                <a:ext uri="{FF2B5EF4-FFF2-40B4-BE49-F238E27FC236}">
                  <a16:creationId xmlns:a16="http://schemas.microsoft.com/office/drawing/2014/main" id="{41C696F4-35C6-3D67-70E6-491CE42D7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6" name="Freeform 124">
              <a:extLst>
                <a:ext uri="{FF2B5EF4-FFF2-40B4-BE49-F238E27FC236}">
                  <a16:creationId xmlns:a16="http://schemas.microsoft.com/office/drawing/2014/main" id="{212DA85B-C74A-33E7-7778-96463909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7" name="Freeform 125">
              <a:extLst>
                <a:ext uri="{FF2B5EF4-FFF2-40B4-BE49-F238E27FC236}">
                  <a16:creationId xmlns:a16="http://schemas.microsoft.com/office/drawing/2014/main" id="{A8613D4B-9172-918E-64A8-4F0B16F9D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8" name="Freeform 126">
              <a:extLst>
                <a:ext uri="{FF2B5EF4-FFF2-40B4-BE49-F238E27FC236}">
                  <a16:creationId xmlns:a16="http://schemas.microsoft.com/office/drawing/2014/main" id="{58F021BF-2827-3F24-DF6F-D9824A11E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49" name="Freeform 127">
              <a:extLst>
                <a:ext uri="{FF2B5EF4-FFF2-40B4-BE49-F238E27FC236}">
                  <a16:creationId xmlns:a16="http://schemas.microsoft.com/office/drawing/2014/main" id="{D0952087-63CC-F798-F7AC-1AA094F3D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0" name="Freeform 128">
              <a:extLst>
                <a:ext uri="{FF2B5EF4-FFF2-40B4-BE49-F238E27FC236}">
                  <a16:creationId xmlns:a16="http://schemas.microsoft.com/office/drawing/2014/main" id="{B765C59F-459E-C8EC-FBC1-DD039B72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1" name="Freeform 129">
              <a:extLst>
                <a:ext uri="{FF2B5EF4-FFF2-40B4-BE49-F238E27FC236}">
                  <a16:creationId xmlns:a16="http://schemas.microsoft.com/office/drawing/2014/main" id="{EA129748-DC79-A68B-68F3-C55348F2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2" name="Freeform 130">
              <a:extLst>
                <a:ext uri="{FF2B5EF4-FFF2-40B4-BE49-F238E27FC236}">
                  <a16:creationId xmlns:a16="http://schemas.microsoft.com/office/drawing/2014/main" id="{13ADAE38-8B0D-BACF-0317-439473ACB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3" name="Freeform 131">
              <a:extLst>
                <a:ext uri="{FF2B5EF4-FFF2-40B4-BE49-F238E27FC236}">
                  <a16:creationId xmlns:a16="http://schemas.microsoft.com/office/drawing/2014/main" id="{7466E163-3DE7-6B90-A1F3-E137C8A4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4" name="Freeform 132">
              <a:extLst>
                <a:ext uri="{FF2B5EF4-FFF2-40B4-BE49-F238E27FC236}">
                  <a16:creationId xmlns:a16="http://schemas.microsoft.com/office/drawing/2014/main" id="{6D3A2FA9-43D3-DBB5-6D24-B08E9E8D5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5" name="Freeform 133">
              <a:extLst>
                <a:ext uri="{FF2B5EF4-FFF2-40B4-BE49-F238E27FC236}">
                  <a16:creationId xmlns:a16="http://schemas.microsoft.com/office/drawing/2014/main" id="{C75A285A-73DE-737C-1A7B-F5AB80CD89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 dirty="0"/>
            </a:p>
          </p:txBody>
        </p:sp>
        <p:sp>
          <p:nvSpPr>
            <p:cNvPr id="156" name="Freeform 134">
              <a:extLst>
                <a:ext uri="{FF2B5EF4-FFF2-40B4-BE49-F238E27FC236}">
                  <a16:creationId xmlns:a16="http://schemas.microsoft.com/office/drawing/2014/main" id="{7927D634-1EA9-4A37-3083-FA472439B5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7" name="Freeform 135">
              <a:extLst>
                <a:ext uri="{FF2B5EF4-FFF2-40B4-BE49-F238E27FC236}">
                  <a16:creationId xmlns:a16="http://schemas.microsoft.com/office/drawing/2014/main" id="{8D5A9CE2-9AE2-ACCB-2796-A30B07961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8" name="Freeform 136">
              <a:extLst>
                <a:ext uri="{FF2B5EF4-FFF2-40B4-BE49-F238E27FC236}">
                  <a16:creationId xmlns:a16="http://schemas.microsoft.com/office/drawing/2014/main" id="{D839C302-9508-2B0D-BCDC-9AFFEB366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59" name="Freeform 137">
              <a:extLst>
                <a:ext uri="{FF2B5EF4-FFF2-40B4-BE49-F238E27FC236}">
                  <a16:creationId xmlns:a16="http://schemas.microsoft.com/office/drawing/2014/main" id="{983F54A3-94C7-C422-D5E2-D78E3A539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0" name="Freeform 138">
              <a:extLst>
                <a:ext uri="{FF2B5EF4-FFF2-40B4-BE49-F238E27FC236}">
                  <a16:creationId xmlns:a16="http://schemas.microsoft.com/office/drawing/2014/main" id="{D03E98A3-D07A-7312-1CE6-2DF3E19D3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1" name="Freeform 139">
              <a:extLst>
                <a:ext uri="{FF2B5EF4-FFF2-40B4-BE49-F238E27FC236}">
                  <a16:creationId xmlns:a16="http://schemas.microsoft.com/office/drawing/2014/main" id="{BD91DFF4-8012-BF2D-51B8-280068EC0E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2" name="Freeform 140">
              <a:extLst>
                <a:ext uri="{FF2B5EF4-FFF2-40B4-BE49-F238E27FC236}">
                  <a16:creationId xmlns:a16="http://schemas.microsoft.com/office/drawing/2014/main" id="{80254A0C-3F9A-5C5B-7E71-4B5F10792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3" name="Freeform 141">
              <a:extLst>
                <a:ext uri="{FF2B5EF4-FFF2-40B4-BE49-F238E27FC236}">
                  <a16:creationId xmlns:a16="http://schemas.microsoft.com/office/drawing/2014/main" id="{70A39C98-BC3B-50F0-A000-01AF9A33F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4" name="Freeform 142">
              <a:extLst>
                <a:ext uri="{FF2B5EF4-FFF2-40B4-BE49-F238E27FC236}">
                  <a16:creationId xmlns:a16="http://schemas.microsoft.com/office/drawing/2014/main" id="{C155F1CD-DE0B-DCE9-29A0-B6F9C1F75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5" name="Freeform 143">
              <a:extLst>
                <a:ext uri="{FF2B5EF4-FFF2-40B4-BE49-F238E27FC236}">
                  <a16:creationId xmlns:a16="http://schemas.microsoft.com/office/drawing/2014/main" id="{1D6D6437-0211-CD6A-9D73-7F1194090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6" name="Freeform 144">
              <a:extLst>
                <a:ext uri="{FF2B5EF4-FFF2-40B4-BE49-F238E27FC236}">
                  <a16:creationId xmlns:a16="http://schemas.microsoft.com/office/drawing/2014/main" id="{0255453E-C43F-C350-3B6A-CC490D9FA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7" name="Freeform 145">
              <a:extLst>
                <a:ext uri="{FF2B5EF4-FFF2-40B4-BE49-F238E27FC236}">
                  <a16:creationId xmlns:a16="http://schemas.microsoft.com/office/drawing/2014/main" id="{307B60FC-2A27-2F64-6F3D-394153E22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8" name="Freeform 146">
              <a:extLst>
                <a:ext uri="{FF2B5EF4-FFF2-40B4-BE49-F238E27FC236}">
                  <a16:creationId xmlns:a16="http://schemas.microsoft.com/office/drawing/2014/main" id="{4BB72214-36BF-7B76-E8F7-DF7C4FE7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69" name="Freeform 147">
              <a:extLst>
                <a:ext uri="{FF2B5EF4-FFF2-40B4-BE49-F238E27FC236}">
                  <a16:creationId xmlns:a16="http://schemas.microsoft.com/office/drawing/2014/main" id="{9311BEF8-C05F-2C23-9007-E1A8923F7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5A82E26D-C98D-3ECD-BB85-986C8664F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32310109-EE75-7AA0-8730-76A0842F7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03E0D205-6136-BD20-C84C-88D4340A0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CD7AC379-A995-F8DF-FA6F-4CD959A46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BA6D19D9-A8A0-9117-C2B2-742DEF111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E087FEC6-0C79-8F96-0F8E-35297F1C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CF5F2683-FEE5-7F83-6CA1-EB9B11AE1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F56BD7BB-6ADA-E5AC-C342-487BC4E40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553566C4-4FC0-C6AC-8970-37F05AC16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886CB7AF-04AE-1016-75E4-69A91F3F7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DA60CC59-7BE1-094F-E3AF-3026E8ADF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54C86E5A-8F96-CE2A-1A49-A975D341D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2" name="Freeform 160">
              <a:extLst>
                <a:ext uri="{FF2B5EF4-FFF2-40B4-BE49-F238E27FC236}">
                  <a16:creationId xmlns:a16="http://schemas.microsoft.com/office/drawing/2014/main" id="{AB2C9A96-8689-5EFB-3FD0-1540F8F4C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30F748E6-4387-BF7F-587C-94628302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4" name="Freeform 162">
              <a:extLst>
                <a:ext uri="{FF2B5EF4-FFF2-40B4-BE49-F238E27FC236}">
                  <a16:creationId xmlns:a16="http://schemas.microsoft.com/office/drawing/2014/main" id="{5DEA279D-1D5C-9CCB-D559-417F8F510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5" name="Freeform 163">
              <a:extLst>
                <a:ext uri="{FF2B5EF4-FFF2-40B4-BE49-F238E27FC236}">
                  <a16:creationId xmlns:a16="http://schemas.microsoft.com/office/drawing/2014/main" id="{1BE0CAF8-D6A0-84E5-0330-A5B433359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6" name="Freeform 164">
              <a:extLst>
                <a:ext uri="{FF2B5EF4-FFF2-40B4-BE49-F238E27FC236}">
                  <a16:creationId xmlns:a16="http://schemas.microsoft.com/office/drawing/2014/main" id="{A68C42AE-DF39-C0A7-B5A9-91051559D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7" name="Freeform 165">
              <a:extLst>
                <a:ext uri="{FF2B5EF4-FFF2-40B4-BE49-F238E27FC236}">
                  <a16:creationId xmlns:a16="http://schemas.microsoft.com/office/drawing/2014/main" id="{62CC8CE7-D887-033C-C59F-48316FB55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8" name="Freeform 166">
              <a:extLst>
                <a:ext uri="{FF2B5EF4-FFF2-40B4-BE49-F238E27FC236}">
                  <a16:creationId xmlns:a16="http://schemas.microsoft.com/office/drawing/2014/main" id="{F1725E07-721A-E3EF-8B8C-2A5E6BD8A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89" name="Freeform 167">
              <a:extLst>
                <a:ext uri="{FF2B5EF4-FFF2-40B4-BE49-F238E27FC236}">
                  <a16:creationId xmlns:a16="http://schemas.microsoft.com/office/drawing/2014/main" id="{0412C720-4C15-E1B7-4ACD-1AC692231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0" name="Freeform 168">
              <a:extLst>
                <a:ext uri="{FF2B5EF4-FFF2-40B4-BE49-F238E27FC236}">
                  <a16:creationId xmlns:a16="http://schemas.microsoft.com/office/drawing/2014/main" id="{2112A140-5D69-7181-A80F-803605680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1" name="Freeform 169">
              <a:extLst>
                <a:ext uri="{FF2B5EF4-FFF2-40B4-BE49-F238E27FC236}">
                  <a16:creationId xmlns:a16="http://schemas.microsoft.com/office/drawing/2014/main" id="{D47547EA-A75C-EB5A-ADCC-A541FDB1D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2" name="Freeform 170">
              <a:extLst>
                <a:ext uri="{FF2B5EF4-FFF2-40B4-BE49-F238E27FC236}">
                  <a16:creationId xmlns:a16="http://schemas.microsoft.com/office/drawing/2014/main" id="{F91A34A5-65A7-ECEB-FA6F-6EE528A0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3" name="Freeform 171">
              <a:extLst>
                <a:ext uri="{FF2B5EF4-FFF2-40B4-BE49-F238E27FC236}">
                  <a16:creationId xmlns:a16="http://schemas.microsoft.com/office/drawing/2014/main" id="{D05195B2-A7AA-3FF3-8876-CA471B2F7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4" name="Freeform 172">
              <a:extLst>
                <a:ext uri="{FF2B5EF4-FFF2-40B4-BE49-F238E27FC236}">
                  <a16:creationId xmlns:a16="http://schemas.microsoft.com/office/drawing/2014/main" id="{CF3A1B48-CDF9-B6B8-D649-4D498AB1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5" name="Freeform 173">
              <a:extLst>
                <a:ext uri="{FF2B5EF4-FFF2-40B4-BE49-F238E27FC236}">
                  <a16:creationId xmlns:a16="http://schemas.microsoft.com/office/drawing/2014/main" id="{39B95C79-F2CD-298C-AE39-C00456034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6" name="Freeform 174">
              <a:extLst>
                <a:ext uri="{FF2B5EF4-FFF2-40B4-BE49-F238E27FC236}">
                  <a16:creationId xmlns:a16="http://schemas.microsoft.com/office/drawing/2014/main" id="{615DB7E6-9469-1D9A-AC9F-EEA85CA78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7" name="Freeform 175">
              <a:extLst>
                <a:ext uri="{FF2B5EF4-FFF2-40B4-BE49-F238E27FC236}">
                  <a16:creationId xmlns:a16="http://schemas.microsoft.com/office/drawing/2014/main" id="{221CB921-4D93-AF8A-D523-2A0CDF51F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8" name="Freeform 176">
              <a:extLst>
                <a:ext uri="{FF2B5EF4-FFF2-40B4-BE49-F238E27FC236}">
                  <a16:creationId xmlns:a16="http://schemas.microsoft.com/office/drawing/2014/main" id="{3B4348D8-47EA-2596-D6EB-70D8AE6665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199" name="Freeform 177">
              <a:extLst>
                <a:ext uri="{FF2B5EF4-FFF2-40B4-BE49-F238E27FC236}">
                  <a16:creationId xmlns:a16="http://schemas.microsoft.com/office/drawing/2014/main" id="{B2DBD6AF-3F24-551F-2EF1-D8BF1000E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0" name="Freeform 178">
              <a:extLst>
                <a:ext uri="{FF2B5EF4-FFF2-40B4-BE49-F238E27FC236}">
                  <a16:creationId xmlns:a16="http://schemas.microsoft.com/office/drawing/2014/main" id="{CA92F4A0-255B-1A51-0D83-FB1427CF4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1" name="Freeform 179">
              <a:extLst>
                <a:ext uri="{FF2B5EF4-FFF2-40B4-BE49-F238E27FC236}">
                  <a16:creationId xmlns:a16="http://schemas.microsoft.com/office/drawing/2014/main" id="{E664C313-9F51-0C68-DC23-E9B6F6FAD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2" name="Freeform 180">
              <a:extLst>
                <a:ext uri="{FF2B5EF4-FFF2-40B4-BE49-F238E27FC236}">
                  <a16:creationId xmlns:a16="http://schemas.microsoft.com/office/drawing/2014/main" id="{3D1A4DDA-BF82-20BB-7E17-8FA80A67C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3" name="Freeform 181">
              <a:extLst>
                <a:ext uri="{FF2B5EF4-FFF2-40B4-BE49-F238E27FC236}">
                  <a16:creationId xmlns:a16="http://schemas.microsoft.com/office/drawing/2014/main" id="{A88CCCEE-7D5C-70FC-918F-F5ABBBF32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4" name="Freeform 182">
              <a:extLst>
                <a:ext uri="{FF2B5EF4-FFF2-40B4-BE49-F238E27FC236}">
                  <a16:creationId xmlns:a16="http://schemas.microsoft.com/office/drawing/2014/main" id="{AD3DF0F4-0568-9CA1-42D7-F2FE0D26D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5" name="Freeform 183">
              <a:extLst>
                <a:ext uri="{FF2B5EF4-FFF2-40B4-BE49-F238E27FC236}">
                  <a16:creationId xmlns:a16="http://schemas.microsoft.com/office/drawing/2014/main" id="{46C23928-4E31-69B1-B9B0-29905B98D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6" name="Freeform 184">
              <a:extLst>
                <a:ext uri="{FF2B5EF4-FFF2-40B4-BE49-F238E27FC236}">
                  <a16:creationId xmlns:a16="http://schemas.microsoft.com/office/drawing/2014/main" id="{F1A56561-4990-ED2F-E11D-1E830052A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7" name="Freeform 185">
              <a:extLst>
                <a:ext uri="{FF2B5EF4-FFF2-40B4-BE49-F238E27FC236}">
                  <a16:creationId xmlns:a16="http://schemas.microsoft.com/office/drawing/2014/main" id="{702B3955-B61E-0B0D-6D01-2E5D4375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8" name="Freeform 186">
              <a:extLst>
                <a:ext uri="{FF2B5EF4-FFF2-40B4-BE49-F238E27FC236}">
                  <a16:creationId xmlns:a16="http://schemas.microsoft.com/office/drawing/2014/main" id="{D850CB24-88DC-143B-0F4B-4C8D193FE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09" name="Freeform 187">
              <a:extLst>
                <a:ext uri="{FF2B5EF4-FFF2-40B4-BE49-F238E27FC236}">
                  <a16:creationId xmlns:a16="http://schemas.microsoft.com/office/drawing/2014/main" id="{504D3C04-457B-8683-8AC6-B75E8C69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0" name="Freeform 188">
              <a:extLst>
                <a:ext uri="{FF2B5EF4-FFF2-40B4-BE49-F238E27FC236}">
                  <a16:creationId xmlns:a16="http://schemas.microsoft.com/office/drawing/2014/main" id="{B3C10060-0F06-AF86-2C7F-F4EDA18D4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1" name="Freeform 189">
              <a:extLst>
                <a:ext uri="{FF2B5EF4-FFF2-40B4-BE49-F238E27FC236}">
                  <a16:creationId xmlns:a16="http://schemas.microsoft.com/office/drawing/2014/main" id="{A98092FC-E9B7-5D70-B60C-E1CB231FA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2" name="Freeform 190">
              <a:extLst>
                <a:ext uri="{FF2B5EF4-FFF2-40B4-BE49-F238E27FC236}">
                  <a16:creationId xmlns:a16="http://schemas.microsoft.com/office/drawing/2014/main" id="{E7B7CBC4-4C57-4064-14AF-6BF14FB6B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3" name="Freeform 191">
              <a:extLst>
                <a:ext uri="{FF2B5EF4-FFF2-40B4-BE49-F238E27FC236}">
                  <a16:creationId xmlns:a16="http://schemas.microsoft.com/office/drawing/2014/main" id="{D50E7236-0B2B-6711-5258-3416852C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4" name="Freeform 192">
              <a:extLst>
                <a:ext uri="{FF2B5EF4-FFF2-40B4-BE49-F238E27FC236}">
                  <a16:creationId xmlns:a16="http://schemas.microsoft.com/office/drawing/2014/main" id="{10F62A6B-3E84-C98C-6519-6A368046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5" name="Freeform 193">
              <a:extLst>
                <a:ext uri="{FF2B5EF4-FFF2-40B4-BE49-F238E27FC236}">
                  <a16:creationId xmlns:a16="http://schemas.microsoft.com/office/drawing/2014/main" id="{55526C29-94C1-6AF7-F9EA-7471392BC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6" name="Freeform 194">
              <a:extLst>
                <a:ext uri="{FF2B5EF4-FFF2-40B4-BE49-F238E27FC236}">
                  <a16:creationId xmlns:a16="http://schemas.microsoft.com/office/drawing/2014/main" id="{9DF3BD90-D4C5-C290-2234-8D8CAF8E0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7" name="Freeform 195">
              <a:extLst>
                <a:ext uri="{FF2B5EF4-FFF2-40B4-BE49-F238E27FC236}">
                  <a16:creationId xmlns:a16="http://schemas.microsoft.com/office/drawing/2014/main" id="{DE5080D6-6E75-10D7-8A00-703FEE1DE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8" name="Freeform 196">
              <a:extLst>
                <a:ext uri="{FF2B5EF4-FFF2-40B4-BE49-F238E27FC236}">
                  <a16:creationId xmlns:a16="http://schemas.microsoft.com/office/drawing/2014/main" id="{826F93AB-4E5B-2033-DE25-FBCB38996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19" name="Freeform 197">
              <a:extLst>
                <a:ext uri="{FF2B5EF4-FFF2-40B4-BE49-F238E27FC236}">
                  <a16:creationId xmlns:a16="http://schemas.microsoft.com/office/drawing/2014/main" id="{E21103ED-9810-1581-7A69-676E36E75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0" name="Freeform 198">
              <a:extLst>
                <a:ext uri="{FF2B5EF4-FFF2-40B4-BE49-F238E27FC236}">
                  <a16:creationId xmlns:a16="http://schemas.microsoft.com/office/drawing/2014/main" id="{0D45D433-6E55-6D2F-B40F-ADDFDAD66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1" name="Freeform 199">
              <a:extLst>
                <a:ext uri="{FF2B5EF4-FFF2-40B4-BE49-F238E27FC236}">
                  <a16:creationId xmlns:a16="http://schemas.microsoft.com/office/drawing/2014/main" id="{0245F1F6-18B6-70AB-CF6E-441AE6C97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2" name="Freeform 200">
              <a:extLst>
                <a:ext uri="{FF2B5EF4-FFF2-40B4-BE49-F238E27FC236}">
                  <a16:creationId xmlns:a16="http://schemas.microsoft.com/office/drawing/2014/main" id="{A3B3B8A2-F3AD-849D-80F0-E51D975F7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3" name="Freeform 201">
              <a:extLst>
                <a:ext uri="{FF2B5EF4-FFF2-40B4-BE49-F238E27FC236}">
                  <a16:creationId xmlns:a16="http://schemas.microsoft.com/office/drawing/2014/main" id="{CBEAEBFF-7412-F302-7A98-911402B76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4" name="Freeform 202">
              <a:extLst>
                <a:ext uri="{FF2B5EF4-FFF2-40B4-BE49-F238E27FC236}">
                  <a16:creationId xmlns:a16="http://schemas.microsoft.com/office/drawing/2014/main" id="{EA4E09B3-97C6-FFC0-190A-26F59B8AF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5" name="Freeform 203">
              <a:extLst>
                <a:ext uri="{FF2B5EF4-FFF2-40B4-BE49-F238E27FC236}">
                  <a16:creationId xmlns:a16="http://schemas.microsoft.com/office/drawing/2014/main" id="{DE85C949-5A8C-94BC-D1AF-4FE2C16ED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6" name="Freeform 204">
              <a:extLst>
                <a:ext uri="{FF2B5EF4-FFF2-40B4-BE49-F238E27FC236}">
                  <a16:creationId xmlns:a16="http://schemas.microsoft.com/office/drawing/2014/main" id="{47FFA82F-CAB8-A582-B4BA-31695BBD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7" name="Freeform 205">
              <a:extLst>
                <a:ext uri="{FF2B5EF4-FFF2-40B4-BE49-F238E27FC236}">
                  <a16:creationId xmlns:a16="http://schemas.microsoft.com/office/drawing/2014/main" id="{7E2C461C-8914-5A14-8733-2E25E97DE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  <p:sp>
          <p:nvSpPr>
            <p:cNvPr id="228" name="Freeform 206">
              <a:extLst>
                <a:ext uri="{FF2B5EF4-FFF2-40B4-BE49-F238E27FC236}">
                  <a16:creationId xmlns:a16="http://schemas.microsoft.com/office/drawing/2014/main" id="{C9FFBD6F-6D3C-E8CE-D25B-F9F144E8A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050"/>
            </a:p>
          </p:txBody>
        </p:sp>
      </p:grpSp>
      <p:sp>
        <p:nvSpPr>
          <p:cNvPr id="10" name="Oval 9"/>
          <p:cNvSpPr/>
          <p:nvPr/>
        </p:nvSpPr>
        <p:spPr>
          <a:xfrm>
            <a:off x="-1213764" y="715356"/>
            <a:ext cx="4229100" cy="1143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62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81013" cy="113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71"/>
          </a:p>
        </p:txBody>
      </p:sp>
      <p:sp>
        <p:nvSpPr>
          <p:cNvPr id="12" name="Rectangle 11"/>
          <p:cNvSpPr/>
          <p:nvPr/>
        </p:nvSpPr>
        <p:spPr>
          <a:xfrm>
            <a:off x="185737" y="1"/>
            <a:ext cx="207169" cy="914400"/>
          </a:xfrm>
          <a:prstGeom prst="rect">
            <a:avLst/>
          </a:prstGeom>
          <a:gradFill flip="none" rotWithShape="1">
            <a:gsLst>
              <a:gs pos="0">
                <a:srgbClr val="2D6EB5"/>
              </a:gs>
              <a:gs pos="100000">
                <a:srgbClr val="002060">
                  <a:lumMod val="10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71"/>
          </a:p>
        </p:txBody>
      </p:sp>
      <p:sp>
        <p:nvSpPr>
          <p:cNvPr id="13" name="TextBox 12"/>
          <p:cNvSpPr txBox="1"/>
          <p:nvPr/>
        </p:nvSpPr>
        <p:spPr>
          <a:xfrm>
            <a:off x="408251" y="253282"/>
            <a:ext cx="5945188" cy="4770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sz="2500" b="1" dirty="0">
                <a:gradFill>
                  <a:gsLst>
                    <a:gs pos="46000">
                      <a:srgbClr val="2D6EB5"/>
                    </a:gs>
                    <a:gs pos="81000">
                      <a:srgbClr val="002060">
                        <a:lumMod val="100000"/>
                      </a:srgbClr>
                    </a:gs>
                  </a:gsLst>
                  <a:lin ang="5400000" scaled="1"/>
                </a:gradFill>
                <a:latin typeface="Concourse T3" pitchFamily="2" charset="0"/>
              </a:rPr>
              <a:t>Growth by 2030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19CEE29-DAD9-0D08-318C-8C6523D95653}"/>
              </a:ext>
            </a:extLst>
          </p:cNvPr>
          <p:cNvSpPr txBox="1">
            <a:spLocks/>
          </p:cNvSpPr>
          <p:nvPr/>
        </p:nvSpPr>
        <p:spPr>
          <a:xfrm>
            <a:off x="6088064" y="6080748"/>
            <a:ext cx="30861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875" dirty="0">
                <a:solidFill>
                  <a:schemeClr val="bg1">
                    <a:lumMod val="65000"/>
                  </a:schemeClr>
                </a:solidFill>
              </a:rPr>
              <a:t>Sept 2023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25262E88-A25F-F29F-0A52-D291A1D34C74}"/>
              </a:ext>
            </a:extLst>
          </p:cNvPr>
          <p:cNvSpPr/>
          <p:nvPr/>
        </p:nvSpPr>
        <p:spPr>
          <a:xfrm rot="16200000" flipV="1">
            <a:off x="3899814" y="-687983"/>
            <a:ext cx="1344376" cy="9144001"/>
          </a:xfrm>
          <a:prstGeom prst="round2SameRect">
            <a:avLst>
              <a:gd name="adj1" fmla="val 0"/>
              <a:gd name="adj2" fmla="val 1195"/>
            </a:avLst>
          </a:prstGeom>
          <a:solidFill>
            <a:schemeClr val="tx1"/>
          </a:solidFill>
          <a:ln w="9525">
            <a:noFill/>
          </a:ln>
          <a:effectLst>
            <a:outerShdw blurRad="203200" sx="102000" sy="102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1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B449E714-BA24-6169-CE03-F025E6254A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5752" y="3347930"/>
            <a:ext cx="380896" cy="325626"/>
            <a:chOff x="2602" y="1368"/>
            <a:chExt cx="572" cy="489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461ED91-4253-961D-8544-DB8E9B022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" y="1705"/>
              <a:ext cx="0" cy="97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92A05825-1710-CD1E-5282-05E785A45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2" y="1645"/>
              <a:ext cx="0" cy="157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FEE97FAD-3954-2C72-5462-CF509029B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7" y="1585"/>
              <a:ext cx="0" cy="217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F05CBAE1-2D36-BB20-D09A-AD45C343C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4" y="1575"/>
              <a:ext cx="0" cy="227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74596103-85CD-9FB9-222B-04D9FF52E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1614"/>
              <a:ext cx="0" cy="188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403158A5-4CB6-AD5C-E564-6AF9EA03FD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4" y="1609"/>
              <a:ext cx="0" cy="193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E19EDFB9-1B51-9F39-F835-2A0C56039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9" y="1549"/>
              <a:ext cx="0" cy="253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7307AE96-4327-1737-BB81-18EAA67B8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6" y="1539"/>
              <a:ext cx="0" cy="263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C298A5A3-A590-A6BF-F770-1AB971941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412"/>
              <a:ext cx="478" cy="252"/>
            </a:xfrm>
            <a:custGeom>
              <a:avLst/>
              <a:gdLst>
                <a:gd name="T0" fmla="*/ 0 w 478"/>
                <a:gd name="T1" fmla="*/ 252 h 252"/>
                <a:gd name="T2" fmla="*/ 173 w 478"/>
                <a:gd name="T3" fmla="*/ 77 h 252"/>
                <a:gd name="T4" fmla="*/ 310 w 478"/>
                <a:gd name="T5" fmla="*/ 161 h 252"/>
                <a:gd name="T6" fmla="*/ 478 w 478"/>
                <a:gd name="T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8" h="252">
                  <a:moveTo>
                    <a:pt x="0" y="252"/>
                  </a:moveTo>
                  <a:lnTo>
                    <a:pt x="173" y="77"/>
                  </a:lnTo>
                  <a:lnTo>
                    <a:pt x="310" y="161"/>
                  </a:lnTo>
                  <a:lnTo>
                    <a:pt x="478" y="0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9682E4C4-2A7C-361E-51CE-4A5E9F220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1412"/>
              <a:ext cx="84" cy="84"/>
            </a:xfrm>
            <a:custGeom>
              <a:avLst/>
              <a:gdLst>
                <a:gd name="T0" fmla="*/ 84 w 84"/>
                <a:gd name="T1" fmla="*/ 84 h 84"/>
                <a:gd name="T2" fmla="*/ 84 w 84"/>
                <a:gd name="T3" fmla="*/ 0 h 84"/>
                <a:gd name="T4" fmla="*/ 0 w 84"/>
                <a:gd name="T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4">
                  <a:moveTo>
                    <a:pt x="84" y="84"/>
                  </a:moveTo>
                  <a:lnTo>
                    <a:pt x="84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98A6696E-7556-26BB-4238-5320D72D1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1368"/>
              <a:ext cx="572" cy="489"/>
            </a:xfrm>
            <a:custGeom>
              <a:avLst/>
              <a:gdLst>
                <a:gd name="T0" fmla="*/ 572 w 572"/>
                <a:gd name="T1" fmla="*/ 489 h 489"/>
                <a:gd name="T2" fmla="*/ 0 w 572"/>
                <a:gd name="T3" fmla="*/ 489 h 489"/>
                <a:gd name="T4" fmla="*/ 0 w 572"/>
                <a:gd name="T5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2" h="489">
                  <a:moveTo>
                    <a:pt x="572" y="489"/>
                  </a:moveTo>
                  <a:lnTo>
                    <a:pt x="0" y="489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5E1BFF2-221A-3CA9-D46E-DC16DD254E32}"/>
              </a:ext>
            </a:extLst>
          </p:cNvPr>
          <p:cNvSpPr txBox="1"/>
          <p:nvPr/>
        </p:nvSpPr>
        <p:spPr>
          <a:xfrm>
            <a:off x="465925" y="3826079"/>
            <a:ext cx="1732104" cy="5561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DC5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lang="en-US" sz="1600" b="1" dirty="0">
                <a:solidFill>
                  <a:srgbClr val="FFE600"/>
                </a:solidFill>
                <a:latin typeface="Calibri" panose="020F0502020204030204"/>
                <a:ea typeface="+mn-lt"/>
                <a:cs typeface="Calibri" panose="020F0502020204030204"/>
              </a:rPr>
              <a:t>Euro 4069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million </a:t>
            </a:r>
          </a:p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Verdana"/>
              </a:rPr>
              <a:t>India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Verdan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Verdana"/>
              </a:rPr>
              <a:t>Market Reach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B11150-9410-64F2-195A-D7A1D64C2E24}"/>
              </a:ext>
            </a:extLst>
          </p:cNvPr>
          <p:cNvSpPr txBox="1"/>
          <p:nvPr/>
        </p:nvSpPr>
        <p:spPr>
          <a:xfrm>
            <a:off x="5097200" y="3826079"/>
            <a:ext cx="1100132" cy="5561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E600"/>
                </a:solidFill>
                <a:latin typeface="Calibri" panose="020F0502020204030204"/>
                <a:ea typeface="+mn-lt"/>
                <a:cs typeface="Calibri" panose="020F0502020204030204"/>
              </a:rPr>
              <a:t>15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%</a:t>
            </a:r>
          </a:p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+mn-cs"/>
              </a:rPr>
              <a:t>CAGR</a:t>
            </a:r>
          </a:p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6A6A6"/>
                </a:solidFill>
                <a:latin typeface="Calibri" panose="020F0502020204030204"/>
                <a:ea typeface="Verdana"/>
              </a:rPr>
              <a:t>Overall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 panose="020F0502020204030204"/>
              <a:ea typeface="Verdan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5A3CB7-F74A-9B34-56E5-D4DBDFF18733}"/>
              </a:ext>
            </a:extLst>
          </p:cNvPr>
          <p:cNvSpPr txBox="1"/>
          <p:nvPr/>
        </p:nvSpPr>
        <p:spPr>
          <a:xfrm>
            <a:off x="2865875" y="3826079"/>
            <a:ext cx="1261716" cy="5561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E600"/>
                </a:solidFill>
                <a:latin typeface="Calibri" panose="020F0502020204030204"/>
                <a:ea typeface="+mn-lt"/>
                <a:cs typeface="Calibri" panose="020F0502020204030204"/>
              </a:rPr>
              <a:t>23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%</a:t>
            </a:r>
          </a:p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+mn-cs"/>
              </a:rPr>
              <a:t>Market Segment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+mn-cs"/>
              </a:rPr>
              <a:t>Growth EU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08AAEC-98BC-4848-EC76-65880F3F1B1D}"/>
              </a:ext>
            </a:extLst>
          </p:cNvPr>
          <p:cNvGrpSpPr/>
          <p:nvPr/>
        </p:nvGrpSpPr>
        <p:grpSpPr>
          <a:xfrm>
            <a:off x="2421467" y="3284846"/>
            <a:ext cx="4301068" cy="1198343"/>
            <a:chOff x="2421467" y="3480010"/>
            <a:chExt cx="4301068" cy="1027465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5C90F1-3102-B208-0A9A-C1E29F293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1467" y="3480010"/>
              <a:ext cx="0" cy="1027465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918EEB-0FC0-2110-6195-FC5B3BF5B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1" y="3480010"/>
              <a:ext cx="0" cy="1027465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750E76-8EE6-7C87-545F-3434CF00A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2535" y="3480010"/>
              <a:ext cx="0" cy="1027465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EC51F2D-F8BA-8F0A-8DAE-8F93F17180EA}"/>
              </a:ext>
            </a:extLst>
          </p:cNvPr>
          <p:cNvSpPr txBox="1"/>
          <p:nvPr/>
        </p:nvSpPr>
        <p:spPr>
          <a:xfrm>
            <a:off x="7067136" y="3826079"/>
            <a:ext cx="1461328" cy="5561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MM</a:t>
            </a:r>
          </a:p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/>
                <a:ea typeface="Verdana"/>
                <a:cs typeface="Verdana"/>
              </a:rPr>
              <a:t>Revenue Increase </a:t>
            </a:r>
          </a:p>
        </p:txBody>
      </p:sp>
      <p:grpSp>
        <p:nvGrpSpPr>
          <p:cNvPr id="31" name="Group 37">
            <a:extLst>
              <a:ext uri="{FF2B5EF4-FFF2-40B4-BE49-F238E27FC236}">
                <a16:creationId xmlns:a16="http://schemas.microsoft.com/office/drawing/2014/main" id="{5459952B-9993-7A87-0B01-2E381C854F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72641" y="3337706"/>
            <a:ext cx="349250" cy="346075"/>
            <a:chOff x="3229" y="371"/>
            <a:chExt cx="220" cy="218"/>
          </a:xfrm>
        </p:grpSpPr>
        <p:sp>
          <p:nvSpPr>
            <p:cNvPr id="32" name="Freeform 38">
              <a:extLst>
                <a:ext uri="{FF2B5EF4-FFF2-40B4-BE49-F238E27FC236}">
                  <a16:creationId xmlns:a16="http://schemas.microsoft.com/office/drawing/2014/main" id="{3573F472-51ED-1007-BB90-632BCDBDE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389"/>
              <a:ext cx="161" cy="200"/>
            </a:xfrm>
            <a:custGeom>
              <a:avLst/>
              <a:gdLst>
                <a:gd name="T0" fmla="*/ 0 w 169"/>
                <a:gd name="T1" fmla="*/ 185 h 210"/>
                <a:gd name="T2" fmla="*/ 65 w 169"/>
                <a:gd name="T3" fmla="*/ 210 h 210"/>
                <a:gd name="T4" fmla="*/ 67 w 169"/>
                <a:gd name="T5" fmla="*/ 210 h 210"/>
                <a:gd name="T6" fmla="*/ 169 w 169"/>
                <a:gd name="T7" fmla="*/ 107 h 210"/>
                <a:gd name="T8" fmla="*/ 65 w 169"/>
                <a:gd name="T9" fmla="*/ 107 h 210"/>
                <a:gd name="T10" fmla="*/ 65 w 169"/>
                <a:gd name="T11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" h="210">
                  <a:moveTo>
                    <a:pt x="0" y="185"/>
                  </a:moveTo>
                  <a:cubicBezTo>
                    <a:pt x="18" y="200"/>
                    <a:pt x="40" y="209"/>
                    <a:pt x="65" y="210"/>
                  </a:cubicBezTo>
                  <a:cubicBezTo>
                    <a:pt x="66" y="210"/>
                    <a:pt x="66" y="210"/>
                    <a:pt x="67" y="210"/>
                  </a:cubicBezTo>
                  <a:cubicBezTo>
                    <a:pt x="123" y="210"/>
                    <a:pt x="169" y="164"/>
                    <a:pt x="169" y="107"/>
                  </a:cubicBezTo>
                  <a:cubicBezTo>
                    <a:pt x="65" y="107"/>
                    <a:pt x="65" y="107"/>
                    <a:pt x="65" y="107"/>
                  </a:cubicBezTo>
                  <a:cubicBezTo>
                    <a:pt x="65" y="0"/>
                    <a:pt x="65" y="0"/>
                    <a:pt x="65" y="0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B6005D6F-2399-7A81-A8EF-1E4327D24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96"/>
              <a:ext cx="96" cy="156"/>
            </a:xfrm>
            <a:custGeom>
              <a:avLst/>
              <a:gdLst>
                <a:gd name="T0" fmla="*/ 81 w 101"/>
                <a:gd name="T1" fmla="*/ 0 h 164"/>
                <a:gd name="T2" fmla="*/ 0 w 101"/>
                <a:gd name="T3" fmla="*/ 100 h 164"/>
                <a:gd name="T4" fmla="*/ 23 w 101"/>
                <a:gd name="T5" fmla="*/ 164 h 164"/>
                <a:gd name="T6" fmla="*/ 101 w 101"/>
                <a:gd name="T7" fmla="*/ 10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164">
                  <a:moveTo>
                    <a:pt x="81" y="0"/>
                  </a:moveTo>
                  <a:cubicBezTo>
                    <a:pt x="35" y="10"/>
                    <a:pt x="0" y="51"/>
                    <a:pt x="0" y="100"/>
                  </a:cubicBezTo>
                  <a:cubicBezTo>
                    <a:pt x="0" y="124"/>
                    <a:pt x="9" y="147"/>
                    <a:pt x="23" y="164"/>
                  </a:cubicBezTo>
                  <a:cubicBezTo>
                    <a:pt x="101" y="100"/>
                    <a:pt x="101" y="100"/>
                    <a:pt x="101" y="100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40">
              <a:extLst>
                <a:ext uri="{FF2B5EF4-FFF2-40B4-BE49-F238E27FC236}">
                  <a16:creationId xmlns:a16="http://schemas.microsoft.com/office/drawing/2014/main" id="{30927DEB-7A66-EC44-B09E-37B9CFEF7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371"/>
              <a:ext cx="1" cy="0"/>
            </a:xfrm>
            <a:custGeom>
              <a:avLst/>
              <a:gdLst>
                <a:gd name="T0" fmla="*/ 1 w 1"/>
                <a:gd name="T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41">
              <a:extLst>
                <a:ext uri="{FF2B5EF4-FFF2-40B4-BE49-F238E27FC236}">
                  <a16:creationId xmlns:a16="http://schemas.microsoft.com/office/drawing/2014/main" id="{6FA218DC-BC78-3F29-817F-58B56BAB1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371"/>
              <a:ext cx="91" cy="89"/>
            </a:xfrm>
            <a:custGeom>
              <a:avLst/>
              <a:gdLst>
                <a:gd name="T0" fmla="*/ 96 w 96"/>
                <a:gd name="T1" fmla="*/ 94 h 94"/>
                <a:gd name="T2" fmla="*/ 0 w 96"/>
                <a:gd name="T3" fmla="*/ 0 h 94"/>
                <a:gd name="T4" fmla="*/ 0 w 96"/>
                <a:gd name="T5" fmla="*/ 94 h 94"/>
                <a:gd name="T6" fmla="*/ 96 w 96"/>
                <a:gd name="T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94">
                  <a:moveTo>
                    <a:pt x="96" y="94"/>
                  </a:moveTo>
                  <a:cubicBezTo>
                    <a:pt x="96" y="42"/>
                    <a:pt x="52" y="0"/>
                    <a:pt x="0" y="0"/>
                  </a:cubicBezTo>
                  <a:cubicBezTo>
                    <a:pt x="0" y="94"/>
                    <a:pt x="0" y="94"/>
                    <a:pt x="0" y="94"/>
                  </a:cubicBezTo>
                  <a:lnTo>
                    <a:pt x="96" y="94"/>
                  </a:lnTo>
                  <a:close/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Line 42">
              <a:extLst>
                <a:ext uri="{FF2B5EF4-FFF2-40B4-BE49-F238E27FC236}">
                  <a16:creationId xmlns:a16="http://schemas.microsoft.com/office/drawing/2014/main" id="{D66ECDB8-9273-8F1E-3338-8B089D1A6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435"/>
              <a:ext cx="76" cy="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4BB2DB1E-7F37-64A5-FCC1-44B037F85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471"/>
              <a:ext cx="92" cy="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C54E43B0-6044-24A5-26BC-90C2F68FB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507"/>
              <a:ext cx="73" cy="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" name="Group 60">
            <a:extLst>
              <a:ext uri="{FF2B5EF4-FFF2-40B4-BE49-F238E27FC236}">
                <a16:creationId xmlns:a16="http://schemas.microsoft.com/office/drawing/2014/main" id="{788828F7-1E15-E422-B35A-29745B7A46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439" y="3398747"/>
            <a:ext cx="382588" cy="322263"/>
            <a:chOff x="2300" y="363"/>
            <a:chExt cx="241" cy="203"/>
          </a:xfrm>
        </p:grpSpPr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4BC291BE-7AB0-A5FC-5CA1-F5BDECAAF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425"/>
              <a:ext cx="138" cy="115"/>
            </a:xfrm>
            <a:custGeom>
              <a:avLst/>
              <a:gdLst>
                <a:gd name="T0" fmla="*/ 0 w 154"/>
                <a:gd name="T1" fmla="*/ 0 h 127"/>
                <a:gd name="T2" fmla="*/ 34 w 154"/>
                <a:gd name="T3" fmla="*/ 0 h 127"/>
                <a:gd name="T4" fmla="*/ 54 w 154"/>
                <a:gd name="T5" fmla="*/ 95 h 127"/>
                <a:gd name="T6" fmla="*/ 54 w 154"/>
                <a:gd name="T7" fmla="*/ 97 h 127"/>
                <a:gd name="T8" fmla="*/ 84 w 154"/>
                <a:gd name="T9" fmla="*/ 127 h 127"/>
                <a:gd name="T10" fmla="*/ 154 w 154"/>
                <a:gd name="T11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127">
                  <a:moveTo>
                    <a:pt x="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5"/>
                    <a:pt x="54" y="97"/>
                    <a:pt x="54" y="97"/>
                  </a:cubicBezTo>
                  <a:cubicBezTo>
                    <a:pt x="59" y="122"/>
                    <a:pt x="71" y="127"/>
                    <a:pt x="84" y="127"/>
                  </a:cubicBezTo>
                  <a:cubicBezTo>
                    <a:pt x="115" y="127"/>
                    <a:pt x="154" y="127"/>
                    <a:pt x="154" y="127"/>
                  </a:cubicBezTo>
                </a:path>
              </a:pathLst>
            </a:custGeom>
            <a:noFill/>
            <a:ln w="952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62">
              <a:extLst>
                <a:ext uri="{FF2B5EF4-FFF2-40B4-BE49-F238E27FC236}">
                  <a16:creationId xmlns:a16="http://schemas.microsoft.com/office/drawing/2014/main" id="{39C527FA-E424-E4CA-9E9D-3C501B069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540"/>
              <a:ext cx="25" cy="26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1DB2AA09-0DD7-CF0C-35EC-EFBD0824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450"/>
              <a:ext cx="130" cy="61"/>
            </a:xfrm>
            <a:custGeom>
              <a:avLst/>
              <a:gdLst>
                <a:gd name="T0" fmla="*/ 0 w 130"/>
                <a:gd name="T1" fmla="*/ 0 h 61"/>
                <a:gd name="T2" fmla="*/ 130 w 130"/>
                <a:gd name="T3" fmla="*/ 9 h 61"/>
                <a:gd name="T4" fmla="*/ 113 w 130"/>
                <a:gd name="T5" fmla="*/ 61 h 61"/>
                <a:gd name="T6" fmla="*/ 12 w 130"/>
                <a:gd name="T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61">
                  <a:moveTo>
                    <a:pt x="0" y="0"/>
                  </a:moveTo>
                  <a:lnTo>
                    <a:pt x="130" y="9"/>
                  </a:lnTo>
                  <a:lnTo>
                    <a:pt x="113" y="61"/>
                  </a:lnTo>
                  <a:lnTo>
                    <a:pt x="12" y="61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64">
              <a:extLst>
                <a:ext uri="{FF2B5EF4-FFF2-40B4-BE49-F238E27FC236}">
                  <a16:creationId xmlns:a16="http://schemas.microsoft.com/office/drawing/2014/main" id="{50145E26-E16C-090D-608E-0D5F98025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540"/>
              <a:ext cx="25" cy="26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Line 65">
              <a:extLst>
                <a:ext uri="{FF2B5EF4-FFF2-40B4-BE49-F238E27FC236}">
                  <a16:creationId xmlns:a16="http://schemas.microsoft.com/office/drawing/2014/main" id="{00F997AE-B2E3-8FA3-A7CF-CAEFDC210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7" y="481"/>
              <a:ext cx="117" cy="0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Line 66">
              <a:extLst>
                <a:ext uri="{FF2B5EF4-FFF2-40B4-BE49-F238E27FC236}">
                  <a16:creationId xmlns:a16="http://schemas.microsoft.com/office/drawing/2014/main" id="{C036D9B4-E1E5-B9CC-0BC5-59768BB9F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454"/>
              <a:ext cx="0" cy="56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Line 67">
              <a:extLst>
                <a:ext uri="{FF2B5EF4-FFF2-40B4-BE49-F238E27FC236}">
                  <a16:creationId xmlns:a16="http://schemas.microsoft.com/office/drawing/2014/main" id="{2BA8DBE6-E5B8-1B59-2D6B-9B03E4C59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9" y="457"/>
              <a:ext cx="8" cy="53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Line 68">
              <a:extLst>
                <a:ext uri="{FF2B5EF4-FFF2-40B4-BE49-F238E27FC236}">
                  <a16:creationId xmlns:a16="http://schemas.microsoft.com/office/drawing/2014/main" id="{0D6E5EF5-447F-471B-8039-DABB441C3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451"/>
              <a:ext cx="8" cy="6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C9899BBB-7E58-D3A6-14CB-38F4E9559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63"/>
              <a:ext cx="155" cy="201"/>
            </a:xfrm>
            <a:custGeom>
              <a:avLst/>
              <a:gdLst>
                <a:gd name="T0" fmla="*/ 117 w 155"/>
                <a:gd name="T1" fmla="*/ 201 h 201"/>
                <a:gd name="T2" fmla="*/ 0 w 155"/>
                <a:gd name="T3" fmla="*/ 201 h 201"/>
                <a:gd name="T4" fmla="*/ 0 w 155"/>
                <a:gd name="T5" fmla="*/ 40 h 201"/>
                <a:gd name="T6" fmla="*/ 41 w 155"/>
                <a:gd name="T7" fmla="*/ 0 h 201"/>
                <a:gd name="T8" fmla="*/ 155 w 155"/>
                <a:gd name="T9" fmla="*/ 0 h 201"/>
                <a:gd name="T10" fmla="*/ 155 w 155"/>
                <a:gd name="T11" fmla="*/ 75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201">
                  <a:moveTo>
                    <a:pt x="117" y="201"/>
                  </a:moveTo>
                  <a:lnTo>
                    <a:pt x="0" y="201"/>
                  </a:lnTo>
                  <a:lnTo>
                    <a:pt x="0" y="40"/>
                  </a:lnTo>
                  <a:lnTo>
                    <a:pt x="41" y="0"/>
                  </a:lnTo>
                  <a:lnTo>
                    <a:pt x="155" y="0"/>
                  </a:lnTo>
                  <a:lnTo>
                    <a:pt x="155" y="7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004F990A-3A7C-29DA-8E8B-2FFE9D7AF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381"/>
              <a:ext cx="27" cy="28"/>
            </a:xfrm>
            <a:custGeom>
              <a:avLst/>
              <a:gdLst>
                <a:gd name="T0" fmla="*/ 27 w 27"/>
                <a:gd name="T1" fmla="*/ 0 h 28"/>
                <a:gd name="T2" fmla="*/ 27 w 27"/>
                <a:gd name="T3" fmla="*/ 28 h 28"/>
                <a:gd name="T4" fmla="*/ 0 w 27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8">
                  <a:moveTo>
                    <a:pt x="27" y="0"/>
                  </a:moveTo>
                  <a:lnTo>
                    <a:pt x="27" y="28"/>
                  </a:lnTo>
                  <a:lnTo>
                    <a:pt x="0" y="28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0" name="Graphic 49">
            <a:extLst>
              <a:ext uri="{FF2B5EF4-FFF2-40B4-BE49-F238E27FC236}">
                <a16:creationId xmlns:a16="http://schemas.microsoft.com/office/drawing/2014/main" id="{F1105A06-DC61-BC16-8F9C-050DF2B03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4574" y="3321862"/>
            <a:ext cx="286452" cy="435407"/>
          </a:xfrm>
          <a:prstGeom prst="rect">
            <a:avLst/>
          </a:prstGeom>
        </p:spPr>
      </p:pic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47359F2-BB6C-B195-543D-E33C1CF3FA5D}"/>
              </a:ext>
            </a:extLst>
          </p:cNvPr>
          <p:cNvGrpSpPr/>
          <p:nvPr/>
        </p:nvGrpSpPr>
        <p:grpSpPr>
          <a:xfrm>
            <a:off x="6982239" y="-7244"/>
            <a:ext cx="2169563" cy="1463666"/>
            <a:chOff x="6288456" y="-14633"/>
            <a:chExt cx="2169563" cy="1463666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2DFC319-9103-9F48-020D-C335C7EE2316}"/>
                </a:ext>
              </a:extLst>
            </p:cNvPr>
            <p:cNvSpPr/>
            <p:nvPr/>
          </p:nvSpPr>
          <p:spPr>
            <a:xfrm>
              <a:off x="6288456" y="-14633"/>
              <a:ext cx="2159673" cy="146366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02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88F0FBD-6C59-718B-8016-535E261DC883}"/>
                </a:ext>
              </a:extLst>
            </p:cNvPr>
            <p:cNvSpPr txBox="1"/>
            <p:nvPr/>
          </p:nvSpPr>
          <p:spPr>
            <a:xfrm>
              <a:off x="6298346" y="63800"/>
              <a:ext cx="2159673" cy="1227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88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GLOBAL MARKET REACH ~</a:t>
              </a:r>
              <a:r>
                <a:rPr lang="en-IN" sz="4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$100B+</a:t>
              </a:r>
              <a:endParaRPr lang="en-IN" sz="1688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32" name="Callout: Right Arrow 19">
            <a:extLst>
              <a:ext uri="{FF2B5EF4-FFF2-40B4-BE49-F238E27FC236}">
                <a16:creationId xmlns:a16="http://schemas.microsoft.com/office/drawing/2014/main" id="{8DEF73B2-F873-251A-C48D-D1000958EB9F}"/>
              </a:ext>
            </a:extLst>
          </p:cNvPr>
          <p:cNvSpPr/>
          <p:nvPr/>
        </p:nvSpPr>
        <p:spPr>
          <a:xfrm>
            <a:off x="168857" y="1731008"/>
            <a:ext cx="369224" cy="9360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accent3">
              <a:lumMod val="75000"/>
            </a:schemeClr>
          </a:solidFill>
          <a:ln>
            <a:solidFill>
              <a:srgbClr val="9BBB59">
                <a:lumMod val="75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FUTURE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33" name="Diagram1">
            <a:extLst>
              <a:ext uri="{FF2B5EF4-FFF2-40B4-BE49-F238E27FC236}">
                <a16:creationId xmlns:a16="http://schemas.microsoft.com/office/drawing/2014/main" id="{C0542A89-EA5A-E1BE-A630-421522310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0182844"/>
              </p:ext>
            </p:extLst>
          </p:nvPr>
        </p:nvGraphicFramePr>
        <p:xfrm>
          <a:off x="587092" y="1511660"/>
          <a:ext cx="8556908" cy="141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104AE-AE69-B4B4-5AF0-507E99CC1CAF}"/>
              </a:ext>
            </a:extLst>
          </p:cNvPr>
          <p:cNvSpPr txBox="1">
            <a:spLocks/>
          </p:cNvSpPr>
          <p:nvPr/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5525">
              <a:defRPr/>
            </a:pPr>
            <a:r>
              <a:rPr lang="en-IN" sz="700">
                <a:solidFill>
                  <a:srgbClr val="000000"/>
                </a:solidFill>
                <a:latin typeface="Calibri" panose="020F0502020204030204"/>
              </a:rPr>
              <a:t>TCS Confidential</a:t>
            </a:r>
            <a:endParaRPr lang="en-IN" sz="70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4" name="Slide Number Placeholder 1">
            <a:extLst>
              <a:ext uri="{FF2B5EF4-FFF2-40B4-BE49-F238E27FC236}">
                <a16:creationId xmlns:a16="http://schemas.microsoft.com/office/drawing/2014/main" id="{E595230A-BF60-0A66-CD32-74739F418AF5}"/>
              </a:ext>
            </a:extLst>
          </p:cNvPr>
          <p:cNvSpPr txBox="1">
            <a:spLocks/>
          </p:cNvSpPr>
          <p:nvPr/>
        </p:nvSpPr>
        <p:spPr>
          <a:xfrm>
            <a:off x="4299348" y="4942596"/>
            <a:ext cx="300588" cy="12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5525">
              <a:defRPr/>
            </a:pPr>
            <a:fld id="{662A0901-ACEF-4BE9-9C8C-C119B421173E}" type="slidenum">
              <a:rPr lang="en-IN" sz="700" b="1" smtClean="0">
                <a:solidFill>
                  <a:srgbClr val="FFFFFF">
                    <a:lumMod val="50000"/>
                  </a:srgbClr>
                </a:solidFill>
                <a:latin typeface="Calibri" panose="020F0502020204030204"/>
                <a:cs typeface="Arial" pitchFamily="34" charset="0"/>
              </a:rPr>
              <a:pPr defTabSz="415525">
                <a:defRPr/>
              </a:pPr>
              <a:t>5</a:t>
            </a:fld>
            <a:endParaRPr lang="en-IN" sz="700" b="1" dirty="0">
              <a:solidFill>
                <a:srgbClr val="FFFFFF">
                  <a:lumMod val="50000"/>
                </a:srgbClr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0635B-8D30-6FA2-15C1-1F686E3AEACC}"/>
              </a:ext>
            </a:extLst>
          </p:cNvPr>
          <p:cNvSpPr txBox="1"/>
          <p:nvPr/>
        </p:nvSpPr>
        <p:spPr>
          <a:xfrm>
            <a:off x="2123638" y="4596568"/>
            <a:ext cx="6126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Effort required to build MVP solution ~3 months and can be taken to Marketplace</a:t>
            </a:r>
          </a:p>
        </p:txBody>
      </p:sp>
    </p:spTree>
    <p:extLst>
      <p:ext uri="{BB962C8B-B14F-4D97-AF65-F5344CB8AC3E}">
        <p14:creationId xmlns:p14="http://schemas.microsoft.com/office/powerpoint/2010/main" val="260346776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651430B-93C5-5827-8FB9-11C3AD70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99"/>
              <a:t>The TCS commitment</a:t>
            </a:r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3A74D713-F4BF-4BE6-ABA8-84C2EB5EFD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1201" y="1278704"/>
            <a:ext cx="560219" cy="693055"/>
            <a:chOff x="2490" y="1140"/>
            <a:chExt cx="776" cy="960"/>
          </a:xfrm>
          <a:solidFill>
            <a:srgbClr val="FBB034"/>
          </a:solidFill>
        </p:grpSpPr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8EA48EA9-8A87-4C1F-BC88-3597FD80B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1947"/>
              <a:ext cx="0" cy="0"/>
            </a:xfrm>
            <a:prstGeom prst="line">
              <a:avLst/>
            </a:prstGeom>
            <a:grpFill/>
            <a:ln w="23813" cap="rnd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732A45C4-B08B-44C8-B19D-EFFA0AD058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8" y="1412"/>
              <a:ext cx="278" cy="545"/>
            </a:xfrm>
            <a:custGeom>
              <a:avLst/>
              <a:gdLst>
                <a:gd name="T0" fmla="*/ 81 w 116"/>
                <a:gd name="T1" fmla="*/ 6 h 228"/>
                <a:gd name="T2" fmla="*/ 81 w 116"/>
                <a:gd name="T3" fmla="*/ 6 h 228"/>
                <a:gd name="T4" fmla="*/ 64 w 116"/>
                <a:gd name="T5" fmla="*/ 29 h 228"/>
                <a:gd name="T6" fmla="*/ 71 w 116"/>
                <a:gd name="T7" fmla="*/ 44 h 228"/>
                <a:gd name="T8" fmla="*/ 73 w 116"/>
                <a:gd name="T9" fmla="*/ 46 h 228"/>
                <a:gd name="T10" fmla="*/ 73 w 116"/>
                <a:gd name="T11" fmla="*/ 61 h 228"/>
                <a:gd name="T12" fmla="*/ 66 w 116"/>
                <a:gd name="T13" fmla="*/ 78 h 228"/>
                <a:gd name="T14" fmla="*/ 10 w 116"/>
                <a:gd name="T15" fmla="*/ 127 h 228"/>
                <a:gd name="T16" fmla="*/ 0 w 116"/>
                <a:gd name="T17" fmla="*/ 150 h 228"/>
                <a:gd name="T18" fmla="*/ 0 w 116"/>
                <a:gd name="T19" fmla="*/ 198 h 228"/>
                <a:gd name="T20" fmla="*/ 30 w 116"/>
                <a:gd name="T21" fmla="*/ 228 h 228"/>
                <a:gd name="T22" fmla="*/ 89 w 116"/>
                <a:gd name="T23" fmla="*/ 228 h 228"/>
                <a:gd name="T24" fmla="*/ 93 w 116"/>
                <a:gd name="T25" fmla="*/ 224 h 228"/>
                <a:gd name="T26" fmla="*/ 89 w 116"/>
                <a:gd name="T27" fmla="*/ 220 h 228"/>
                <a:gd name="T28" fmla="*/ 30 w 116"/>
                <a:gd name="T29" fmla="*/ 220 h 228"/>
                <a:gd name="T30" fmla="*/ 8 w 116"/>
                <a:gd name="T31" fmla="*/ 198 h 228"/>
                <a:gd name="T32" fmla="*/ 8 w 116"/>
                <a:gd name="T33" fmla="*/ 150 h 228"/>
                <a:gd name="T34" fmla="*/ 16 w 116"/>
                <a:gd name="T35" fmla="*/ 134 h 228"/>
                <a:gd name="T36" fmla="*/ 71 w 116"/>
                <a:gd name="T37" fmla="*/ 84 h 228"/>
                <a:gd name="T38" fmla="*/ 81 w 116"/>
                <a:gd name="T39" fmla="*/ 61 h 228"/>
                <a:gd name="T40" fmla="*/ 81 w 116"/>
                <a:gd name="T41" fmla="*/ 50 h 228"/>
                <a:gd name="T42" fmla="*/ 86 w 116"/>
                <a:gd name="T43" fmla="*/ 51 h 228"/>
                <a:gd name="T44" fmla="*/ 87 w 116"/>
                <a:gd name="T45" fmla="*/ 51 h 228"/>
                <a:gd name="T46" fmla="*/ 109 w 116"/>
                <a:gd name="T47" fmla="*/ 34 h 228"/>
                <a:gd name="T48" fmla="*/ 116 w 116"/>
                <a:gd name="T49" fmla="*/ 0 h 228"/>
                <a:gd name="T50" fmla="*/ 81 w 116"/>
                <a:gd name="T51" fmla="*/ 6 h 228"/>
                <a:gd name="T52" fmla="*/ 101 w 116"/>
                <a:gd name="T53" fmla="*/ 32 h 228"/>
                <a:gd name="T54" fmla="*/ 86 w 116"/>
                <a:gd name="T55" fmla="*/ 43 h 228"/>
                <a:gd name="T56" fmla="*/ 77 w 116"/>
                <a:gd name="T57" fmla="*/ 38 h 228"/>
                <a:gd name="T58" fmla="*/ 72 w 116"/>
                <a:gd name="T59" fmla="*/ 29 h 228"/>
                <a:gd name="T60" fmla="*/ 83 w 116"/>
                <a:gd name="T61" fmla="*/ 14 h 228"/>
                <a:gd name="T62" fmla="*/ 105 w 116"/>
                <a:gd name="T63" fmla="*/ 10 h 228"/>
                <a:gd name="T64" fmla="*/ 101 w 116"/>
                <a:gd name="T65" fmla="*/ 3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6" h="228">
                  <a:moveTo>
                    <a:pt x="81" y="6"/>
                  </a:moveTo>
                  <a:cubicBezTo>
                    <a:pt x="81" y="6"/>
                    <a:pt x="81" y="6"/>
                    <a:pt x="81" y="6"/>
                  </a:cubicBezTo>
                  <a:cubicBezTo>
                    <a:pt x="70" y="9"/>
                    <a:pt x="63" y="18"/>
                    <a:pt x="64" y="29"/>
                  </a:cubicBezTo>
                  <a:cubicBezTo>
                    <a:pt x="64" y="35"/>
                    <a:pt x="67" y="40"/>
                    <a:pt x="71" y="44"/>
                  </a:cubicBezTo>
                  <a:cubicBezTo>
                    <a:pt x="71" y="45"/>
                    <a:pt x="72" y="45"/>
                    <a:pt x="73" y="46"/>
                  </a:cubicBezTo>
                  <a:cubicBezTo>
                    <a:pt x="73" y="46"/>
                    <a:pt x="73" y="49"/>
                    <a:pt x="73" y="61"/>
                  </a:cubicBezTo>
                  <a:cubicBezTo>
                    <a:pt x="73" y="68"/>
                    <a:pt x="70" y="73"/>
                    <a:pt x="66" y="78"/>
                  </a:cubicBezTo>
                  <a:cubicBezTo>
                    <a:pt x="66" y="78"/>
                    <a:pt x="66" y="78"/>
                    <a:pt x="10" y="127"/>
                  </a:cubicBezTo>
                  <a:cubicBezTo>
                    <a:pt x="4" y="133"/>
                    <a:pt x="0" y="141"/>
                    <a:pt x="0" y="150"/>
                  </a:cubicBezTo>
                  <a:cubicBezTo>
                    <a:pt x="0" y="150"/>
                    <a:pt x="0" y="150"/>
                    <a:pt x="0" y="198"/>
                  </a:cubicBezTo>
                  <a:cubicBezTo>
                    <a:pt x="0" y="215"/>
                    <a:pt x="14" y="228"/>
                    <a:pt x="30" y="228"/>
                  </a:cubicBezTo>
                  <a:cubicBezTo>
                    <a:pt x="30" y="228"/>
                    <a:pt x="30" y="228"/>
                    <a:pt x="89" y="228"/>
                  </a:cubicBezTo>
                  <a:cubicBezTo>
                    <a:pt x="91" y="228"/>
                    <a:pt x="93" y="226"/>
                    <a:pt x="93" y="224"/>
                  </a:cubicBezTo>
                  <a:cubicBezTo>
                    <a:pt x="93" y="222"/>
                    <a:pt x="91" y="220"/>
                    <a:pt x="89" y="220"/>
                  </a:cubicBezTo>
                  <a:cubicBezTo>
                    <a:pt x="89" y="220"/>
                    <a:pt x="89" y="220"/>
                    <a:pt x="30" y="220"/>
                  </a:cubicBezTo>
                  <a:cubicBezTo>
                    <a:pt x="18" y="220"/>
                    <a:pt x="8" y="210"/>
                    <a:pt x="8" y="198"/>
                  </a:cubicBezTo>
                  <a:cubicBezTo>
                    <a:pt x="8" y="198"/>
                    <a:pt x="8" y="198"/>
                    <a:pt x="8" y="150"/>
                  </a:cubicBezTo>
                  <a:cubicBezTo>
                    <a:pt x="8" y="144"/>
                    <a:pt x="11" y="138"/>
                    <a:pt x="16" y="134"/>
                  </a:cubicBezTo>
                  <a:cubicBezTo>
                    <a:pt x="16" y="134"/>
                    <a:pt x="16" y="134"/>
                    <a:pt x="71" y="84"/>
                  </a:cubicBezTo>
                  <a:cubicBezTo>
                    <a:pt x="78" y="78"/>
                    <a:pt x="81" y="70"/>
                    <a:pt x="81" y="61"/>
                  </a:cubicBezTo>
                  <a:cubicBezTo>
                    <a:pt x="81" y="61"/>
                    <a:pt x="81" y="61"/>
                    <a:pt x="81" y="50"/>
                  </a:cubicBezTo>
                  <a:cubicBezTo>
                    <a:pt x="83" y="51"/>
                    <a:pt x="84" y="51"/>
                    <a:pt x="86" y="51"/>
                  </a:cubicBezTo>
                  <a:cubicBezTo>
                    <a:pt x="86" y="51"/>
                    <a:pt x="87" y="51"/>
                    <a:pt x="87" y="51"/>
                  </a:cubicBezTo>
                  <a:cubicBezTo>
                    <a:pt x="97" y="51"/>
                    <a:pt x="106" y="44"/>
                    <a:pt x="109" y="34"/>
                  </a:cubicBezTo>
                  <a:cubicBezTo>
                    <a:pt x="109" y="34"/>
                    <a:pt x="109" y="34"/>
                    <a:pt x="116" y="0"/>
                  </a:cubicBezTo>
                  <a:cubicBezTo>
                    <a:pt x="116" y="0"/>
                    <a:pt x="116" y="0"/>
                    <a:pt x="81" y="6"/>
                  </a:cubicBezTo>
                  <a:close/>
                  <a:moveTo>
                    <a:pt x="101" y="32"/>
                  </a:moveTo>
                  <a:cubicBezTo>
                    <a:pt x="99" y="39"/>
                    <a:pt x="93" y="43"/>
                    <a:pt x="86" y="43"/>
                  </a:cubicBezTo>
                  <a:cubicBezTo>
                    <a:pt x="82" y="42"/>
                    <a:pt x="79" y="41"/>
                    <a:pt x="77" y="38"/>
                  </a:cubicBezTo>
                  <a:cubicBezTo>
                    <a:pt x="74" y="36"/>
                    <a:pt x="72" y="32"/>
                    <a:pt x="72" y="29"/>
                  </a:cubicBezTo>
                  <a:cubicBezTo>
                    <a:pt x="72" y="22"/>
                    <a:pt x="76" y="16"/>
                    <a:pt x="83" y="14"/>
                  </a:cubicBezTo>
                  <a:cubicBezTo>
                    <a:pt x="83" y="14"/>
                    <a:pt x="83" y="14"/>
                    <a:pt x="105" y="10"/>
                  </a:cubicBezTo>
                  <a:cubicBezTo>
                    <a:pt x="105" y="10"/>
                    <a:pt x="105" y="10"/>
                    <a:pt x="101" y="3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B1A07EE-EE50-42A8-9B4E-7405E09181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0" y="1429"/>
              <a:ext cx="249" cy="528"/>
            </a:xfrm>
            <a:custGeom>
              <a:avLst/>
              <a:gdLst>
                <a:gd name="T0" fmla="*/ 91 w 104"/>
                <a:gd name="T1" fmla="*/ 120 h 221"/>
                <a:gd name="T2" fmla="*/ 48 w 104"/>
                <a:gd name="T3" fmla="*/ 90 h 221"/>
                <a:gd name="T4" fmla="*/ 38 w 104"/>
                <a:gd name="T5" fmla="*/ 72 h 221"/>
                <a:gd name="T6" fmla="*/ 38 w 104"/>
                <a:gd name="T7" fmla="*/ 51 h 221"/>
                <a:gd name="T8" fmla="*/ 38 w 104"/>
                <a:gd name="T9" fmla="*/ 49 h 221"/>
                <a:gd name="T10" fmla="*/ 45 w 104"/>
                <a:gd name="T11" fmla="*/ 44 h 221"/>
                <a:gd name="T12" fmla="*/ 51 w 104"/>
                <a:gd name="T13" fmla="*/ 29 h 221"/>
                <a:gd name="T14" fmla="*/ 35 w 104"/>
                <a:gd name="T15" fmla="*/ 6 h 221"/>
                <a:gd name="T16" fmla="*/ 0 w 104"/>
                <a:gd name="T17" fmla="*/ 0 h 221"/>
                <a:gd name="T18" fmla="*/ 7 w 104"/>
                <a:gd name="T19" fmla="*/ 34 h 221"/>
                <a:gd name="T20" fmla="*/ 7 w 104"/>
                <a:gd name="T21" fmla="*/ 34 h 221"/>
                <a:gd name="T22" fmla="*/ 29 w 104"/>
                <a:gd name="T23" fmla="*/ 51 h 221"/>
                <a:gd name="T24" fmla="*/ 30 w 104"/>
                <a:gd name="T25" fmla="*/ 51 h 221"/>
                <a:gd name="T26" fmla="*/ 30 w 104"/>
                <a:gd name="T27" fmla="*/ 51 h 221"/>
                <a:gd name="T28" fmla="*/ 30 w 104"/>
                <a:gd name="T29" fmla="*/ 72 h 221"/>
                <a:gd name="T30" fmla="*/ 43 w 104"/>
                <a:gd name="T31" fmla="*/ 97 h 221"/>
                <a:gd name="T32" fmla="*/ 86 w 104"/>
                <a:gd name="T33" fmla="*/ 127 h 221"/>
                <a:gd name="T34" fmla="*/ 96 w 104"/>
                <a:gd name="T35" fmla="*/ 145 h 221"/>
                <a:gd name="T36" fmla="*/ 96 w 104"/>
                <a:gd name="T37" fmla="*/ 191 h 221"/>
                <a:gd name="T38" fmla="*/ 74 w 104"/>
                <a:gd name="T39" fmla="*/ 213 h 221"/>
                <a:gd name="T40" fmla="*/ 10 w 104"/>
                <a:gd name="T41" fmla="*/ 213 h 221"/>
                <a:gd name="T42" fmla="*/ 6 w 104"/>
                <a:gd name="T43" fmla="*/ 217 h 221"/>
                <a:gd name="T44" fmla="*/ 10 w 104"/>
                <a:gd name="T45" fmla="*/ 221 h 221"/>
                <a:gd name="T46" fmla="*/ 74 w 104"/>
                <a:gd name="T47" fmla="*/ 221 h 221"/>
                <a:gd name="T48" fmla="*/ 104 w 104"/>
                <a:gd name="T49" fmla="*/ 191 h 221"/>
                <a:gd name="T50" fmla="*/ 104 w 104"/>
                <a:gd name="T51" fmla="*/ 145 h 221"/>
                <a:gd name="T52" fmla="*/ 91 w 104"/>
                <a:gd name="T53" fmla="*/ 120 h 221"/>
                <a:gd name="T54" fmla="*/ 30 w 104"/>
                <a:gd name="T55" fmla="*/ 43 h 221"/>
                <a:gd name="T56" fmla="*/ 15 w 104"/>
                <a:gd name="T57" fmla="*/ 32 h 221"/>
                <a:gd name="T58" fmla="*/ 11 w 104"/>
                <a:gd name="T59" fmla="*/ 10 h 221"/>
                <a:gd name="T60" fmla="*/ 33 w 104"/>
                <a:gd name="T61" fmla="*/ 14 h 221"/>
                <a:gd name="T62" fmla="*/ 43 w 104"/>
                <a:gd name="T63" fmla="*/ 29 h 221"/>
                <a:gd name="T64" fmla="*/ 39 w 104"/>
                <a:gd name="T65" fmla="*/ 38 h 221"/>
                <a:gd name="T66" fmla="*/ 30 w 104"/>
                <a:gd name="T67" fmla="*/ 4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221">
                  <a:moveTo>
                    <a:pt x="91" y="120"/>
                  </a:moveTo>
                  <a:cubicBezTo>
                    <a:pt x="91" y="120"/>
                    <a:pt x="91" y="120"/>
                    <a:pt x="48" y="90"/>
                  </a:cubicBezTo>
                  <a:cubicBezTo>
                    <a:pt x="42" y="86"/>
                    <a:pt x="38" y="79"/>
                    <a:pt x="38" y="72"/>
                  </a:cubicBezTo>
                  <a:cubicBezTo>
                    <a:pt x="38" y="72"/>
                    <a:pt x="38" y="72"/>
                    <a:pt x="38" y="51"/>
                  </a:cubicBezTo>
                  <a:cubicBezTo>
                    <a:pt x="38" y="50"/>
                    <a:pt x="38" y="49"/>
                    <a:pt x="38" y="49"/>
                  </a:cubicBezTo>
                  <a:cubicBezTo>
                    <a:pt x="41" y="48"/>
                    <a:pt x="43" y="46"/>
                    <a:pt x="45" y="44"/>
                  </a:cubicBezTo>
                  <a:cubicBezTo>
                    <a:pt x="49" y="40"/>
                    <a:pt x="51" y="35"/>
                    <a:pt x="51" y="29"/>
                  </a:cubicBezTo>
                  <a:cubicBezTo>
                    <a:pt x="52" y="19"/>
                    <a:pt x="45" y="9"/>
                    <a:pt x="35" y="6"/>
                  </a:cubicBezTo>
                  <a:cubicBezTo>
                    <a:pt x="35" y="6"/>
                    <a:pt x="35" y="6"/>
                    <a:pt x="0" y="0"/>
                  </a:cubicBezTo>
                  <a:cubicBezTo>
                    <a:pt x="0" y="0"/>
                    <a:pt x="0" y="0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0" y="44"/>
                    <a:pt x="19" y="51"/>
                    <a:pt x="29" y="51"/>
                  </a:cubicBezTo>
                  <a:cubicBezTo>
                    <a:pt x="29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4"/>
                    <a:pt x="30" y="72"/>
                  </a:cubicBezTo>
                  <a:cubicBezTo>
                    <a:pt x="30" y="82"/>
                    <a:pt x="35" y="91"/>
                    <a:pt x="43" y="97"/>
                  </a:cubicBezTo>
                  <a:cubicBezTo>
                    <a:pt x="43" y="97"/>
                    <a:pt x="43" y="97"/>
                    <a:pt x="86" y="127"/>
                  </a:cubicBezTo>
                  <a:cubicBezTo>
                    <a:pt x="92" y="131"/>
                    <a:pt x="96" y="138"/>
                    <a:pt x="96" y="145"/>
                  </a:cubicBezTo>
                  <a:cubicBezTo>
                    <a:pt x="96" y="145"/>
                    <a:pt x="96" y="145"/>
                    <a:pt x="96" y="191"/>
                  </a:cubicBezTo>
                  <a:cubicBezTo>
                    <a:pt x="96" y="203"/>
                    <a:pt x="86" y="213"/>
                    <a:pt x="74" y="213"/>
                  </a:cubicBezTo>
                  <a:cubicBezTo>
                    <a:pt x="74" y="213"/>
                    <a:pt x="74" y="213"/>
                    <a:pt x="10" y="213"/>
                  </a:cubicBezTo>
                  <a:cubicBezTo>
                    <a:pt x="8" y="213"/>
                    <a:pt x="6" y="215"/>
                    <a:pt x="6" y="217"/>
                  </a:cubicBezTo>
                  <a:cubicBezTo>
                    <a:pt x="6" y="219"/>
                    <a:pt x="8" y="221"/>
                    <a:pt x="10" y="221"/>
                  </a:cubicBezTo>
                  <a:cubicBezTo>
                    <a:pt x="10" y="221"/>
                    <a:pt x="10" y="221"/>
                    <a:pt x="74" y="221"/>
                  </a:cubicBezTo>
                  <a:cubicBezTo>
                    <a:pt x="90" y="221"/>
                    <a:pt x="104" y="208"/>
                    <a:pt x="104" y="191"/>
                  </a:cubicBezTo>
                  <a:cubicBezTo>
                    <a:pt x="104" y="191"/>
                    <a:pt x="104" y="191"/>
                    <a:pt x="104" y="145"/>
                  </a:cubicBezTo>
                  <a:cubicBezTo>
                    <a:pt x="104" y="135"/>
                    <a:pt x="99" y="126"/>
                    <a:pt x="91" y="120"/>
                  </a:cubicBezTo>
                  <a:close/>
                  <a:moveTo>
                    <a:pt x="30" y="43"/>
                  </a:moveTo>
                  <a:cubicBezTo>
                    <a:pt x="23" y="43"/>
                    <a:pt x="17" y="39"/>
                    <a:pt x="15" y="3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33" y="14"/>
                  </a:cubicBezTo>
                  <a:cubicBezTo>
                    <a:pt x="39" y="16"/>
                    <a:pt x="43" y="22"/>
                    <a:pt x="43" y="29"/>
                  </a:cubicBezTo>
                  <a:cubicBezTo>
                    <a:pt x="43" y="32"/>
                    <a:pt x="42" y="36"/>
                    <a:pt x="39" y="38"/>
                  </a:cubicBezTo>
                  <a:cubicBezTo>
                    <a:pt x="37" y="41"/>
                    <a:pt x="33" y="42"/>
                    <a:pt x="30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27984024-6A17-4452-ADC5-5520E605A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49" y="1140"/>
              <a:ext cx="127" cy="960"/>
            </a:xfrm>
            <a:custGeom>
              <a:avLst/>
              <a:gdLst>
                <a:gd name="T0" fmla="*/ 48 w 53"/>
                <a:gd name="T1" fmla="*/ 30 h 402"/>
                <a:gd name="T2" fmla="*/ 28 w 53"/>
                <a:gd name="T3" fmla="*/ 0 h 402"/>
                <a:gd name="T4" fmla="*/ 8 w 53"/>
                <a:gd name="T5" fmla="*/ 29 h 402"/>
                <a:gd name="T6" fmla="*/ 8 w 53"/>
                <a:gd name="T7" fmla="*/ 30 h 402"/>
                <a:gd name="T8" fmla="*/ 12 w 53"/>
                <a:gd name="T9" fmla="*/ 58 h 402"/>
                <a:gd name="T10" fmla="*/ 23 w 53"/>
                <a:gd name="T11" fmla="*/ 63 h 402"/>
                <a:gd name="T12" fmla="*/ 23 w 53"/>
                <a:gd name="T13" fmla="*/ 63 h 402"/>
                <a:gd name="T14" fmla="*/ 23 w 53"/>
                <a:gd name="T15" fmla="*/ 125 h 402"/>
                <a:gd name="T16" fmla="*/ 14 w 53"/>
                <a:gd name="T17" fmla="*/ 143 h 402"/>
                <a:gd name="T18" fmla="*/ 0 w 53"/>
                <a:gd name="T19" fmla="*/ 167 h 402"/>
                <a:gd name="T20" fmla="*/ 0 w 53"/>
                <a:gd name="T21" fmla="*/ 398 h 402"/>
                <a:gd name="T22" fmla="*/ 5 w 53"/>
                <a:gd name="T23" fmla="*/ 402 h 402"/>
                <a:gd name="T24" fmla="*/ 9 w 53"/>
                <a:gd name="T25" fmla="*/ 398 h 402"/>
                <a:gd name="T26" fmla="*/ 9 w 53"/>
                <a:gd name="T27" fmla="*/ 167 h 402"/>
                <a:gd name="T28" fmla="*/ 18 w 53"/>
                <a:gd name="T29" fmla="*/ 149 h 402"/>
                <a:gd name="T30" fmla="*/ 31 w 53"/>
                <a:gd name="T31" fmla="*/ 125 h 402"/>
                <a:gd name="T32" fmla="*/ 31 w 53"/>
                <a:gd name="T33" fmla="*/ 63 h 402"/>
                <a:gd name="T34" fmla="*/ 31 w 53"/>
                <a:gd name="T35" fmla="*/ 63 h 402"/>
                <a:gd name="T36" fmla="*/ 43 w 53"/>
                <a:gd name="T37" fmla="*/ 58 h 402"/>
                <a:gd name="T38" fmla="*/ 48 w 53"/>
                <a:gd name="T39" fmla="*/ 30 h 402"/>
                <a:gd name="T40" fmla="*/ 38 w 53"/>
                <a:gd name="T41" fmla="*/ 51 h 402"/>
                <a:gd name="T42" fmla="*/ 28 w 53"/>
                <a:gd name="T43" fmla="*/ 55 h 402"/>
                <a:gd name="T44" fmla="*/ 18 w 53"/>
                <a:gd name="T45" fmla="*/ 51 h 402"/>
                <a:gd name="T46" fmla="*/ 15 w 53"/>
                <a:gd name="T47" fmla="*/ 34 h 402"/>
                <a:gd name="T48" fmla="*/ 28 w 53"/>
                <a:gd name="T49" fmla="*/ 15 h 402"/>
                <a:gd name="T50" fmla="*/ 41 w 53"/>
                <a:gd name="T51" fmla="*/ 34 h 402"/>
                <a:gd name="T52" fmla="*/ 38 w 53"/>
                <a:gd name="T53" fmla="*/ 5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" h="402">
                  <a:moveTo>
                    <a:pt x="48" y="30"/>
                  </a:moveTo>
                  <a:cubicBezTo>
                    <a:pt x="48" y="30"/>
                    <a:pt x="48" y="30"/>
                    <a:pt x="28" y="0"/>
                  </a:cubicBezTo>
                  <a:cubicBezTo>
                    <a:pt x="28" y="0"/>
                    <a:pt x="28" y="0"/>
                    <a:pt x="8" y="29"/>
                  </a:cubicBezTo>
                  <a:cubicBezTo>
                    <a:pt x="8" y="29"/>
                    <a:pt x="8" y="29"/>
                    <a:pt x="8" y="30"/>
                  </a:cubicBezTo>
                  <a:cubicBezTo>
                    <a:pt x="3" y="39"/>
                    <a:pt x="4" y="51"/>
                    <a:pt x="12" y="58"/>
                  </a:cubicBezTo>
                  <a:cubicBezTo>
                    <a:pt x="16" y="60"/>
                    <a:pt x="19" y="62"/>
                    <a:pt x="23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63"/>
                    <a:pt x="23" y="63"/>
                    <a:pt x="23" y="125"/>
                  </a:cubicBezTo>
                  <a:cubicBezTo>
                    <a:pt x="23" y="132"/>
                    <a:pt x="20" y="139"/>
                    <a:pt x="14" y="143"/>
                  </a:cubicBezTo>
                  <a:cubicBezTo>
                    <a:pt x="5" y="148"/>
                    <a:pt x="0" y="158"/>
                    <a:pt x="0" y="167"/>
                  </a:cubicBezTo>
                  <a:cubicBezTo>
                    <a:pt x="0" y="167"/>
                    <a:pt x="0" y="167"/>
                    <a:pt x="0" y="398"/>
                  </a:cubicBezTo>
                  <a:cubicBezTo>
                    <a:pt x="0" y="400"/>
                    <a:pt x="3" y="402"/>
                    <a:pt x="5" y="402"/>
                  </a:cubicBezTo>
                  <a:cubicBezTo>
                    <a:pt x="7" y="402"/>
                    <a:pt x="9" y="400"/>
                    <a:pt x="9" y="398"/>
                  </a:cubicBezTo>
                  <a:cubicBezTo>
                    <a:pt x="9" y="398"/>
                    <a:pt x="9" y="398"/>
                    <a:pt x="9" y="167"/>
                  </a:cubicBezTo>
                  <a:cubicBezTo>
                    <a:pt x="9" y="160"/>
                    <a:pt x="12" y="154"/>
                    <a:pt x="18" y="149"/>
                  </a:cubicBezTo>
                  <a:cubicBezTo>
                    <a:pt x="27" y="144"/>
                    <a:pt x="31" y="135"/>
                    <a:pt x="31" y="125"/>
                  </a:cubicBezTo>
                  <a:cubicBezTo>
                    <a:pt x="31" y="125"/>
                    <a:pt x="31" y="125"/>
                    <a:pt x="31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6" y="63"/>
                    <a:pt x="40" y="61"/>
                    <a:pt x="43" y="58"/>
                  </a:cubicBezTo>
                  <a:cubicBezTo>
                    <a:pt x="51" y="51"/>
                    <a:pt x="53" y="39"/>
                    <a:pt x="48" y="30"/>
                  </a:cubicBezTo>
                  <a:close/>
                  <a:moveTo>
                    <a:pt x="38" y="51"/>
                  </a:moveTo>
                  <a:cubicBezTo>
                    <a:pt x="35" y="54"/>
                    <a:pt x="31" y="55"/>
                    <a:pt x="28" y="55"/>
                  </a:cubicBezTo>
                  <a:cubicBezTo>
                    <a:pt x="24" y="55"/>
                    <a:pt x="21" y="54"/>
                    <a:pt x="18" y="51"/>
                  </a:cubicBezTo>
                  <a:cubicBezTo>
                    <a:pt x="13" y="47"/>
                    <a:pt x="12" y="40"/>
                    <a:pt x="15" y="34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41" y="34"/>
                  </a:cubicBezTo>
                  <a:cubicBezTo>
                    <a:pt x="44" y="40"/>
                    <a:pt x="42" y="47"/>
                    <a:pt x="38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2E92CF5A-C1FF-48C6-A192-3323999A26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4" y="1243"/>
              <a:ext cx="177" cy="855"/>
            </a:xfrm>
            <a:custGeom>
              <a:avLst/>
              <a:gdLst>
                <a:gd name="T0" fmla="*/ 62 w 74"/>
                <a:gd name="T1" fmla="*/ 126 h 358"/>
                <a:gd name="T2" fmla="*/ 48 w 74"/>
                <a:gd name="T3" fmla="*/ 115 h 358"/>
                <a:gd name="T4" fmla="*/ 40 w 74"/>
                <a:gd name="T5" fmla="*/ 98 h 358"/>
                <a:gd name="T6" fmla="*/ 40 w 74"/>
                <a:gd name="T7" fmla="*/ 49 h 358"/>
                <a:gd name="T8" fmla="*/ 45 w 74"/>
                <a:gd name="T9" fmla="*/ 45 h 358"/>
                <a:gd name="T10" fmla="*/ 52 w 74"/>
                <a:gd name="T11" fmla="*/ 30 h 358"/>
                <a:gd name="T12" fmla="*/ 35 w 74"/>
                <a:gd name="T13" fmla="*/ 7 h 358"/>
                <a:gd name="T14" fmla="*/ 0 w 74"/>
                <a:gd name="T15" fmla="*/ 0 h 358"/>
                <a:gd name="T16" fmla="*/ 7 w 74"/>
                <a:gd name="T17" fmla="*/ 35 h 358"/>
                <a:gd name="T18" fmla="*/ 7 w 74"/>
                <a:gd name="T19" fmla="*/ 35 h 358"/>
                <a:gd name="T20" fmla="*/ 29 w 74"/>
                <a:gd name="T21" fmla="*/ 52 h 358"/>
                <a:gd name="T22" fmla="*/ 30 w 74"/>
                <a:gd name="T23" fmla="*/ 52 h 358"/>
                <a:gd name="T24" fmla="*/ 32 w 74"/>
                <a:gd name="T25" fmla="*/ 51 h 358"/>
                <a:gd name="T26" fmla="*/ 32 w 74"/>
                <a:gd name="T27" fmla="*/ 98 h 358"/>
                <a:gd name="T28" fmla="*/ 44 w 74"/>
                <a:gd name="T29" fmla="*/ 122 h 358"/>
                <a:gd name="T30" fmla="*/ 57 w 74"/>
                <a:gd name="T31" fmla="*/ 133 h 358"/>
                <a:gd name="T32" fmla="*/ 66 w 74"/>
                <a:gd name="T33" fmla="*/ 150 h 358"/>
                <a:gd name="T34" fmla="*/ 66 w 74"/>
                <a:gd name="T35" fmla="*/ 264 h 358"/>
                <a:gd name="T36" fmla="*/ 66 w 74"/>
                <a:gd name="T37" fmla="*/ 265 h 358"/>
                <a:gd name="T38" fmla="*/ 66 w 74"/>
                <a:gd name="T39" fmla="*/ 316 h 358"/>
                <a:gd name="T40" fmla="*/ 57 w 74"/>
                <a:gd name="T41" fmla="*/ 333 h 358"/>
                <a:gd name="T42" fmla="*/ 36 w 74"/>
                <a:gd name="T43" fmla="*/ 350 h 358"/>
                <a:gd name="T44" fmla="*/ 35 w 74"/>
                <a:gd name="T45" fmla="*/ 356 h 358"/>
                <a:gd name="T46" fmla="*/ 38 w 74"/>
                <a:gd name="T47" fmla="*/ 358 h 358"/>
                <a:gd name="T48" fmla="*/ 41 w 74"/>
                <a:gd name="T49" fmla="*/ 356 h 358"/>
                <a:gd name="T50" fmla="*/ 62 w 74"/>
                <a:gd name="T51" fmla="*/ 340 h 358"/>
                <a:gd name="T52" fmla="*/ 74 w 74"/>
                <a:gd name="T53" fmla="*/ 316 h 358"/>
                <a:gd name="T54" fmla="*/ 74 w 74"/>
                <a:gd name="T55" fmla="*/ 295 h 358"/>
                <a:gd name="T56" fmla="*/ 74 w 74"/>
                <a:gd name="T57" fmla="*/ 265 h 358"/>
                <a:gd name="T58" fmla="*/ 74 w 74"/>
                <a:gd name="T59" fmla="*/ 150 h 358"/>
                <a:gd name="T60" fmla="*/ 62 w 74"/>
                <a:gd name="T61" fmla="*/ 126 h 358"/>
                <a:gd name="T62" fmla="*/ 45 w 74"/>
                <a:gd name="T63" fmla="*/ 30 h 358"/>
                <a:gd name="T64" fmla="*/ 45 w 74"/>
                <a:gd name="T65" fmla="*/ 30 h 358"/>
                <a:gd name="T66" fmla="*/ 45 w 74"/>
                <a:gd name="T67" fmla="*/ 30 h 358"/>
                <a:gd name="T68" fmla="*/ 45 w 74"/>
                <a:gd name="T69" fmla="*/ 30 h 358"/>
                <a:gd name="T70" fmla="*/ 44 w 74"/>
                <a:gd name="T71" fmla="*/ 30 h 358"/>
                <a:gd name="T72" fmla="*/ 45 w 74"/>
                <a:gd name="T73" fmla="*/ 30 h 358"/>
                <a:gd name="T74" fmla="*/ 30 w 74"/>
                <a:gd name="T75" fmla="*/ 43 h 358"/>
                <a:gd name="T76" fmla="*/ 15 w 74"/>
                <a:gd name="T77" fmla="*/ 33 h 358"/>
                <a:gd name="T78" fmla="*/ 11 w 74"/>
                <a:gd name="T79" fmla="*/ 11 h 358"/>
                <a:gd name="T80" fmla="*/ 33 w 74"/>
                <a:gd name="T81" fmla="*/ 15 h 358"/>
                <a:gd name="T82" fmla="*/ 43 w 74"/>
                <a:gd name="T83" fmla="*/ 29 h 358"/>
                <a:gd name="T84" fmla="*/ 39 w 74"/>
                <a:gd name="T85" fmla="*/ 39 h 358"/>
                <a:gd name="T86" fmla="*/ 30 w 74"/>
                <a:gd name="T87" fmla="*/ 43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4" h="358">
                  <a:moveTo>
                    <a:pt x="62" y="126"/>
                  </a:moveTo>
                  <a:cubicBezTo>
                    <a:pt x="62" y="126"/>
                    <a:pt x="62" y="126"/>
                    <a:pt x="48" y="115"/>
                  </a:cubicBezTo>
                  <a:cubicBezTo>
                    <a:pt x="43" y="111"/>
                    <a:pt x="40" y="105"/>
                    <a:pt x="40" y="98"/>
                  </a:cubicBezTo>
                  <a:cubicBezTo>
                    <a:pt x="40" y="98"/>
                    <a:pt x="40" y="98"/>
                    <a:pt x="40" y="49"/>
                  </a:cubicBezTo>
                  <a:cubicBezTo>
                    <a:pt x="42" y="48"/>
                    <a:pt x="44" y="47"/>
                    <a:pt x="45" y="45"/>
                  </a:cubicBezTo>
                  <a:cubicBezTo>
                    <a:pt x="49" y="41"/>
                    <a:pt x="51" y="36"/>
                    <a:pt x="52" y="30"/>
                  </a:cubicBezTo>
                  <a:cubicBezTo>
                    <a:pt x="52" y="20"/>
                    <a:pt x="45" y="10"/>
                    <a:pt x="35" y="7"/>
                  </a:cubicBezTo>
                  <a:cubicBezTo>
                    <a:pt x="35" y="7"/>
                    <a:pt x="35" y="7"/>
                    <a:pt x="0" y="0"/>
                  </a:cubicBezTo>
                  <a:cubicBezTo>
                    <a:pt x="0" y="0"/>
                    <a:pt x="0" y="0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10" y="45"/>
                    <a:pt x="19" y="52"/>
                    <a:pt x="29" y="52"/>
                  </a:cubicBezTo>
                  <a:cubicBezTo>
                    <a:pt x="29" y="52"/>
                    <a:pt x="30" y="52"/>
                    <a:pt x="30" y="52"/>
                  </a:cubicBezTo>
                  <a:cubicBezTo>
                    <a:pt x="31" y="52"/>
                    <a:pt x="31" y="51"/>
                    <a:pt x="32" y="51"/>
                  </a:cubicBezTo>
                  <a:cubicBezTo>
                    <a:pt x="32" y="57"/>
                    <a:pt x="32" y="70"/>
                    <a:pt x="32" y="98"/>
                  </a:cubicBezTo>
                  <a:cubicBezTo>
                    <a:pt x="32" y="107"/>
                    <a:pt x="36" y="116"/>
                    <a:pt x="44" y="122"/>
                  </a:cubicBezTo>
                  <a:cubicBezTo>
                    <a:pt x="44" y="122"/>
                    <a:pt x="44" y="122"/>
                    <a:pt x="57" y="133"/>
                  </a:cubicBezTo>
                  <a:cubicBezTo>
                    <a:pt x="63" y="137"/>
                    <a:pt x="66" y="143"/>
                    <a:pt x="66" y="150"/>
                  </a:cubicBezTo>
                  <a:cubicBezTo>
                    <a:pt x="66" y="150"/>
                    <a:pt x="66" y="150"/>
                    <a:pt x="66" y="264"/>
                  </a:cubicBezTo>
                  <a:cubicBezTo>
                    <a:pt x="66" y="264"/>
                    <a:pt x="66" y="264"/>
                    <a:pt x="66" y="265"/>
                  </a:cubicBezTo>
                  <a:cubicBezTo>
                    <a:pt x="66" y="265"/>
                    <a:pt x="66" y="265"/>
                    <a:pt x="66" y="316"/>
                  </a:cubicBezTo>
                  <a:cubicBezTo>
                    <a:pt x="66" y="323"/>
                    <a:pt x="63" y="329"/>
                    <a:pt x="57" y="333"/>
                  </a:cubicBezTo>
                  <a:cubicBezTo>
                    <a:pt x="57" y="333"/>
                    <a:pt x="57" y="333"/>
                    <a:pt x="36" y="350"/>
                  </a:cubicBezTo>
                  <a:cubicBezTo>
                    <a:pt x="34" y="352"/>
                    <a:pt x="33" y="354"/>
                    <a:pt x="35" y="356"/>
                  </a:cubicBezTo>
                  <a:cubicBezTo>
                    <a:pt x="36" y="357"/>
                    <a:pt x="37" y="358"/>
                    <a:pt x="38" y="358"/>
                  </a:cubicBezTo>
                  <a:cubicBezTo>
                    <a:pt x="39" y="358"/>
                    <a:pt x="40" y="357"/>
                    <a:pt x="41" y="356"/>
                  </a:cubicBezTo>
                  <a:cubicBezTo>
                    <a:pt x="41" y="356"/>
                    <a:pt x="41" y="356"/>
                    <a:pt x="62" y="340"/>
                  </a:cubicBezTo>
                  <a:cubicBezTo>
                    <a:pt x="70" y="334"/>
                    <a:pt x="74" y="326"/>
                    <a:pt x="74" y="316"/>
                  </a:cubicBezTo>
                  <a:cubicBezTo>
                    <a:pt x="74" y="316"/>
                    <a:pt x="74" y="316"/>
                    <a:pt x="74" y="295"/>
                  </a:cubicBezTo>
                  <a:cubicBezTo>
                    <a:pt x="74" y="295"/>
                    <a:pt x="74" y="295"/>
                    <a:pt x="74" y="265"/>
                  </a:cubicBezTo>
                  <a:cubicBezTo>
                    <a:pt x="74" y="244"/>
                    <a:pt x="74" y="209"/>
                    <a:pt x="74" y="150"/>
                  </a:cubicBezTo>
                  <a:cubicBezTo>
                    <a:pt x="74" y="140"/>
                    <a:pt x="70" y="132"/>
                    <a:pt x="62" y="126"/>
                  </a:cubicBezTo>
                  <a:close/>
                  <a:moveTo>
                    <a:pt x="45" y="30"/>
                  </a:move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lose/>
                  <a:moveTo>
                    <a:pt x="45" y="30"/>
                  </a:moveTo>
                  <a:cubicBezTo>
                    <a:pt x="45" y="30"/>
                    <a:pt x="44" y="30"/>
                    <a:pt x="44" y="30"/>
                  </a:cubicBezTo>
                  <a:cubicBezTo>
                    <a:pt x="44" y="30"/>
                    <a:pt x="45" y="30"/>
                    <a:pt x="45" y="30"/>
                  </a:cubicBezTo>
                  <a:close/>
                  <a:moveTo>
                    <a:pt x="30" y="43"/>
                  </a:moveTo>
                  <a:cubicBezTo>
                    <a:pt x="23" y="44"/>
                    <a:pt x="17" y="39"/>
                    <a:pt x="15" y="3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33" y="15"/>
                  </a:cubicBezTo>
                  <a:cubicBezTo>
                    <a:pt x="40" y="17"/>
                    <a:pt x="44" y="23"/>
                    <a:pt x="43" y="29"/>
                  </a:cubicBezTo>
                  <a:cubicBezTo>
                    <a:pt x="43" y="33"/>
                    <a:pt x="42" y="37"/>
                    <a:pt x="39" y="39"/>
                  </a:cubicBezTo>
                  <a:cubicBezTo>
                    <a:pt x="36" y="42"/>
                    <a:pt x="33" y="43"/>
                    <a:pt x="30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0501BB16-4617-4CB8-AE7F-ECDC23D96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1" y="1281"/>
              <a:ext cx="208" cy="817"/>
            </a:xfrm>
            <a:custGeom>
              <a:avLst/>
              <a:gdLst>
                <a:gd name="T0" fmla="*/ 53 w 87"/>
                <a:gd name="T1" fmla="*/ 7 h 342"/>
                <a:gd name="T2" fmla="*/ 52 w 87"/>
                <a:gd name="T3" fmla="*/ 7 h 342"/>
                <a:gd name="T4" fmla="*/ 36 w 87"/>
                <a:gd name="T5" fmla="*/ 30 h 342"/>
                <a:gd name="T6" fmla="*/ 42 w 87"/>
                <a:gd name="T7" fmla="*/ 45 h 342"/>
                <a:gd name="T8" fmla="*/ 50 w 87"/>
                <a:gd name="T9" fmla="*/ 50 h 342"/>
                <a:gd name="T10" fmla="*/ 50 w 87"/>
                <a:gd name="T11" fmla="*/ 87 h 342"/>
                <a:gd name="T12" fmla="*/ 42 w 87"/>
                <a:gd name="T13" fmla="*/ 104 h 342"/>
                <a:gd name="T14" fmla="*/ 10 w 87"/>
                <a:gd name="T15" fmla="*/ 131 h 342"/>
                <a:gd name="T16" fmla="*/ 0 w 87"/>
                <a:gd name="T17" fmla="*/ 154 h 342"/>
                <a:gd name="T18" fmla="*/ 0 w 87"/>
                <a:gd name="T19" fmla="*/ 249 h 342"/>
                <a:gd name="T20" fmla="*/ 0 w 87"/>
                <a:gd name="T21" fmla="*/ 280 h 342"/>
                <a:gd name="T22" fmla="*/ 0 w 87"/>
                <a:gd name="T23" fmla="*/ 300 h 342"/>
                <a:gd name="T24" fmla="*/ 12 w 87"/>
                <a:gd name="T25" fmla="*/ 324 h 342"/>
                <a:gd name="T26" fmla="*/ 33 w 87"/>
                <a:gd name="T27" fmla="*/ 340 h 342"/>
                <a:gd name="T28" fmla="*/ 35 w 87"/>
                <a:gd name="T29" fmla="*/ 342 h 342"/>
                <a:gd name="T30" fmla="*/ 38 w 87"/>
                <a:gd name="T31" fmla="*/ 340 h 342"/>
                <a:gd name="T32" fmla="*/ 38 w 87"/>
                <a:gd name="T33" fmla="*/ 334 h 342"/>
                <a:gd name="T34" fmla="*/ 17 w 87"/>
                <a:gd name="T35" fmla="*/ 317 h 342"/>
                <a:gd name="T36" fmla="*/ 8 w 87"/>
                <a:gd name="T37" fmla="*/ 300 h 342"/>
                <a:gd name="T38" fmla="*/ 8 w 87"/>
                <a:gd name="T39" fmla="*/ 280 h 342"/>
                <a:gd name="T40" fmla="*/ 8 w 87"/>
                <a:gd name="T41" fmla="*/ 280 h 342"/>
                <a:gd name="T42" fmla="*/ 8 w 87"/>
                <a:gd name="T43" fmla="*/ 154 h 342"/>
                <a:gd name="T44" fmla="*/ 16 w 87"/>
                <a:gd name="T45" fmla="*/ 138 h 342"/>
                <a:gd name="T46" fmla="*/ 47 w 87"/>
                <a:gd name="T47" fmla="*/ 110 h 342"/>
                <a:gd name="T48" fmla="*/ 58 w 87"/>
                <a:gd name="T49" fmla="*/ 87 h 342"/>
                <a:gd name="T50" fmla="*/ 58 w 87"/>
                <a:gd name="T51" fmla="*/ 52 h 342"/>
                <a:gd name="T52" fmla="*/ 58 w 87"/>
                <a:gd name="T53" fmla="*/ 52 h 342"/>
                <a:gd name="T54" fmla="*/ 80 w 87"/>
                <a:gd name="T55" fmla="*/ 36 h 342"/>
                <a:gd name="T56" fmla="*/ 87 w 87"/>
                <a:gd name="T57" fmla="*/ 0 h 342"/>
                <a:gd name="T58" fmla="*/ 53 w 87"/>
                <a:gd name="T59" fmla="*/ 7 h 342"/>
                <a:gd name="T60" fmla="*/ 72 w 87"/>
                <a:gd name="T61" fmla="*/ 33 h 342"/>
                <a:gd name="T62" fmla="*/ 58 w 87"/>
                <a:gd name="T63" fmla="*/ 43 h 342"/>
                <a:gd name="T64" fmla="*/ 48 w 87"/>
                <a:gd name="T65" fmla="*/ 39 h 342"/>
                <a:gd name="T66" fmla="*/ 44 w 87"/>
                <a:gd name="T67" fmla="*/ 30 h 342"/>
                <a:gd name="T68" fmla="*/ 54 w 87"/>
                <a:gd name="T69" fmla="*/ 15 h 342"/>
                <a:gd name="T70" fmla="*/ 76 w 87"/>
                <a:gd name="T71" fmla="*/ 11 h 342"/>
                <a:gd name="T72" fmla="*/ 72 w 87"/>
                <a:gd name="T73" fmla="*/ 33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7" h="342">
                  <a:moveTo>
                    <a:pt x="53" y="7"/>
                  </a:moveTo>
                  <a:cubicBezTo>
                    <a:pt x="53" y="7"/>
                    <a:pt x="53" y="7"/>
                    <a:pt x="52" y="7"/>
                  </a:cubicBezTo>
                  <a:cubicBezTo>
                    <a:pt x="42" y="10"/>
                    <a:pt x="35" y="20"/>
                    <a:pt x="36" y="30"/>
                  </a:cubicBezTo>
                  <a:cubicBezTo>
                    <a:pt x="36" y="36"/>
                    <a:pt x="39" y="41"/>
                    <a:pt x="42" y="45"/>
                  </a:cubicBezTo>
                  <a:cubicBezTo>
                    <a:pt x="44" y="47"/>
                    <a:pt x="47" y="49"/>
                    <a:pt x="50" y="50"/>
                  </a:cubicBezTo>
                  <a:cubicBezTo>
                    <a:pt x="50" y="52"/>
                    <a:pt x="50" y="60"/>
                    <a:pt x="50" y="87"/>
                  </a:cubicBezTo>
                  <a:cubicBezTo>
                    <a:pt x="50" y="93"/>
                    <a:pt x="47" y="99"/>
                    <a:pt x="42" y="104"/>
                  </a:cubicBezTo>
                  <a:cubicBezTo>
                    <a:pt x="42" y="104"/>
                    <a:pt x="42" y="104"/>
                    <a:pt x="10" y="131"/>
                  </a:cubicBezTo>
                  <a:cubicBezTo>
                    <a:pt x="4" y="137"/>
                    <a:pt x="0" y="145"/>
                    <a:pt x="0" y="154"/>
                  </a:cubicBezTo>
                  <a:cubicBezTo>
                    <a:pt x="0" y="154"/>
                    <a:pt x="0" y="154"/>
                    <a:pt x="0" y="249"/>
                  </a:cubicBezTo>
                  <a:cubicBezTo>
                    <a:pt x="0" y="258"/>
                    <a:pt x="0" y="268"/>
                    <a:pt x="0" y="280"/>
                  </a:cubicBezTo>
                  <a:cubicBezTo>
                    <a:pt x="0" y="285"/>
                    <a:pt x="0" y="292"/>
                    <a:pt x="0" y="300"/>
                  </a:cubicBezTo>
                  <a:cubicBezTo>
                    <a:pt x="0" y="310"/>
                    <a:pt x="4" y="318"/>
                    <a:pt x="12" y="324"/>
                  </a:cubicBezTo>
                  <a:cubicBezTo>
                    <a:pt x="12" y="324"/>
                    <a:pt x="12" y="324"/>
                    <a:pt x="33" y="340"/>
                  </a:cubicBezTo>
                  <a:cubicBezTo>
                    <a:pt x="34" y="341"/>
                    <a:pt x="34" y="342"/>
                    <a:pt x="35" y="342"/>
                  </a:cubicBezTo>
                  <a:cubicBezTo>
                    <a:pt x="37" y="342"/>
                    <a:pt x="38" y="341"/>
                    <a:pt x="38" y="340"/>
                  </a:cubicBezTo>
                  <a:cubicBezTo>
                    <a:pt x="40" y="338"/>
                    <a:pt x="40" y="336"/>
                    <a:pt x="38" y="334"/>
                  </a:cubicBezTo>
                  <a:cubicBezTo>
                    <a:pt x="38" y="334"/>
                    <a:pt x="38" y="334"/>
                    <a:pt x="17" y="317"/>
                  </a:cubicBezTo>
                  <a:cubicBezTo>
                    <a:pt x="11" y="313"/>
                    <a:pt x="8" y="307"/>
                    <a:pt x="8" y="300"/>
                  </a:cubicBezTo>
                  <a:cubicBezTo>
                    <a:pt x="8" y="300"/>
                    <a:pt x="8" y="300"/>
                    <a:pt x="8" y="280"/>
                  </a:cubicBezTo>
                  <a:cubicBezTo>
                    <a:pt x="8" y="280"/>
                    <a:pt x="8" y="280"/>
                    <a:pt x="8" y="280"/>
                  </a:cubicBezTo>
                  <a:cubicBezTo>
                    <a:pt x="8" y="280"/>
                    <a:pt x="8" y="280"/>
                    <a:pt x="8" y="154"/>
                  </a:cubicBezTo>
                  <a:cubicBezTo>
                    <a:pt x="8" y="148"/>
                    <a:pt x="11" y="142"/>
                    <a:pt x="16" y="138"/>
                  </a:cubicBezTo>
                  <a:cubicBezTo>
                    <a:pt x="16" y="138"/>
                    <a:pt x="16" y="138"/>
                    <a:pt x="47" y="110"/>
                  </a:cubicBezTo>
                  <a:cubicBezTo>
                    <a:pt x="54" y="104"/>
                    <a:pt x="58" y="96"/>
                    <a:pt x="58" y="87"/>
                  </a:cubicBezTo>
                  <a:cubicBezTo>
                    <a:pt x="58" y="87"/>
                    <a:pt x="58" y="87"/>
                    <a:pt x="58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69" y="52"/>
                    <a:pt x="77" y="45"/>
                    <a:pt x="80" y="36"/>
                  </a:cubicBezTo>
                  <a:cubicBezTo>
                    <a:pt x="80" y="36"/>
                    <a:pt x="80" y="36"/>
                    <a:pt x="87" y="0"/>
                  </a:cubicBezTo>
                  <a:cubicBezTo>
                    <a:pt x="87" y="0"/>
                    <a:pt x="87" y="0"/>
                    <a:pt x="53" y="7"/>
                  </a:cubicBezTo>
                  <a:close/>
                  <a:moveTo>
                    <a:pt x="72" y="33"/>
                  </a:moveTo>
                  <a:cubicBezTo>
                    <a:pt x="70" y="40"/>
                    <a:pt x="64" y="44"/>
                    <a:pt x="58" y="43"/>
                  </a:cubicBezTo>
                  <a:cubicBezTo>
                    <a:pt x="54" y="43"/>
                    <a:pt x="51" y="42"/>
                    <a:pt x="48" y="39"/>
                  </a:cubicBezTo>
                  <a:cubicBezTo>
                    <a:pt x="46" y="37"/>
                    <a:pt x="44" y="33"/>
                    <a:pt x="44" y="30"/>
                  </a:cubicBezTo>
                  <a:cubicBezTo>
                    <a:pt x="44" y="23"/>
                    <a:pt x="48" y="17"/>
                    <a:pt x="54" y="15"/>
                  </a:cubicBezTo>
                  <a:cubicBezTo>
                    <a:pt x="54" y="15"/>
                    <a:pt x="54" y="15"/>
                    <a:pt x="76" y="11"/>
                  </a:cubicBezTo>
                  <a:cubicBezTo>
                    <a:pt x="76" y="11"/>
                    <a:pt x="76" y="11"/>
                    <a:pt x="72" y="3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45" name="Group 13">
            <a:extLst>
              <a:ext uri="{FF2B5EF4-FFF2-40B4-BE49-F238E27FC236}">
                <a16:creationId xmlns:a16="http://schemas.microsoft.com/office/drawing/2014/main" id="{E40602FD-4F7D-4221-B3F9-146A2B619B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15708" y="1278703"/>
            <a:ext cx="662309" cy="662309"/>
            <a:chOff x="1860" y="1521"/>
            <a:chExt cx="495" cy="495"/>
          </a:xfrm>
          <a:solidFill>
            <a:srgbClr val="FBB034"/>
          </a:solidFill>
        </p:grpSpPr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8D8D8799-AF9D-4F98-BFE9-75943947D6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0" y="1521"/>
              <a:ext cx="495" cy="495"/>
            </a:xfrm>
            <a:custGeom>
              <a:avLst/>
              <a:gdLst>
                <a:gd name="T0" fmla="*/ 265 w 291"/>
                <a:gd name="T1" fmla="*/ 191 h 291"/>
                <a:gd name="T2" fmla="*/ 291 w 291"/>
                <a:gd name="T3" fmla="*/ 146 h 291"/>
                <a:gd name="T4" fmla="*/ 271 w 291"/>
                <a:gd name="T5" fmla="*/ 105 h 291"/>
                <a:gd name="T6" fmla="*/ 215 w 291"/>
                <a:gd name="T7" fmla="*/ 76 h 291"/>
                <a:gd name="T8" fmla="*/ 191 w 291"/>
                <a:gd name="T9" fmla="*/ 26 h 291"/>
                <a:gd name="T10" fmla="*/ 146 w 291"/>
                <a:gd name="T11" fmla="*/ 0 h 291"/>
                <a:gd name="T12" fmla="*/ 89 w 291"/>
                <a:gd name="T13" fmla="*/ 44 h 291"/>
                <a:gd name="T14" fmla="*/ 76 w 291"/>
                <a:gd name="T15" fmla="*/ 76 h 291"/>
                <a:gd name="T16" fmla="*/ 44 w 291"/>
                <a:gd name="T17" fmla="*/ 89 h 291"/>
                <a:gd name="T18" fmla="*/ 0 w 291"/>
                <a:gd name="T19" fmla="*/ 146 h 291"/>
                <a:gd name="T20" fmla="*/ 26 w 291"/>
                <a:gd name="T21" fmla="*/ 191 h 291"/>
                <a:gd name="T22" fmla="*/ 76 w 291"/>
                <a:gd name="T23" fmla="*/ 215 h 291"/>
                <a:gd name="T24" fmla="*/ 105 w 291"/>
                <a:gd name="T25" fmla="*/ 271 h 291"/>
                <a:gd name="T26" fmla="*/ 146 w 291"/>
                <a:gd name="T27" fmla="*/ 291 h 291"/>
                <a:gd name="T28" fmla="*/ 191 w 291"/>
                <a:gd name="T29" fmla="*/ 265 h 291"/>
                <a:gd name="T30" fmla="*/ 215 w 291"/>
                <a:gd name="T31" fmla="*/ 215 h 291"/>
                <a:gd name="T32" fmla="*/ 265 w 291"/>
                <a:gd name="T33" fmla="*/ 191 h 291"/>
                <a:gd name="T34" fmla="*/ 265 w 291"/>
                <a:gd name="T35" fmla="*/ 111 h 291"/>
                <a:gd name="T36" fmla="*/ 283 w 291"/>
                <a:gd name="T37" fmla="*/ 146 h 291"/>
                <a:gd name="T38" fmla="*/ 260 w 291"/>
                <a:gd name="T39" fmla="*/ 185 h 291"/>
                <a:gd name="T40" fmla="*/ 217 w 291"/>
                <a:gd name="T41" fmla="*/ 206 h 291"/>
                <a:gd name="T42" fmla="*/ 224 w 291"/>
                <a:gd name="T43" fmla="*/ 146 h 291"/>
                <a:gd name="T44" fmla="*/ 218 w 291"/>
                <a:gd name="T45" fmla="*/ 86 h 291"/>
                <a:gd name="T46" fmla="*/ 265 w 291"/>
                <a:gd name="T47" fmla="*/ 111 h 291"/>
                <a:gd name="T48" fmla="*/ 75 w 291"/>
                <a:gd name="T49" fmla="*/ 146 h 291"/>
                <a:gd name="T50" fmla="*/ 83 w 291"/>
                <a:gd name="T51" fmla="*/ 83 h 291"/>
                <a:gd name="T52" fmla="*/ 146 w 291"/>
                <a:gd name="T53" fmla="*/ 75 h 291"/>
                <a:gd name="T54" fmla="*/ 208 w 291"/>
                <a:gd name="T55" fmla="*/ 83 h 291"/>
                <a:gd name="T56" fmla="*/ 216 w 291"/>
                <a:gd name="T57" fmla="*/ 146 h 291"/>
                <a:gd name="T58" fmla="*/ 208 w 291"/>
                <a:gd name="T59" fmla="*/ 208 h 291"/>
                <a:gd name="T60" fmla="*/ 146 w 291"/>
                <a:gd name="T61" fmla="*/ 216 h 291"/>
                <a:gd name="T62" fmla="*/ 83 w 291"/>
                <a:gd name="T63" fmla="*/ 208 h 291"/>
                <a:gd name="T64" fmla="*/ 75 w 291"/>
                <a:gd name="T65" fmla="*/ 146 h 291"/>
                <a:gd name="T66" fmla="*/ 96 w 291"/>
                <a:gd name="T67" fmla="*/ 48 h 291"/>
                <a:gd name="T68" fmla="*/ 146 w 291"/>
                <a:gd name="T69" fmla="*/ 9 h 291"/>
                <a:gd name="T70" fmla="*/ 184 w 291"/>
                <a:gd name="T71" fmla="*/ 31 h 291"/>
                <a:gd name="T72" fmla="*/ 206 w 291"/>
                <a:gd name="T73" fmla="*/ 74 h 291"/>
                <a:gd name="T74" fmla="*/ 146 w 291"/>
                <a:gd name="T75" fmla="*/ 67 h 291"/>
                <a:gd name="T76" fmla="*/ 86 w 291"/>
                <a:gd name="T77" fmla="*/ 74 h 291"/>
                <a:gd name="T78" fmla="*/ 96 w 291"/>
                <a:gd name="T79" fmla="*/ 48 h 291"/>
                <a:gd name="T80" fmla="*/ 31 w 291"/>
                <a:gd name="T81" fmla="*/ 184 h 291"/>
                <a:gd name="T82" fmla="*/ 8 w 291"/>
                <a:gd name="T83" fmla="*/ 146 h 291"/>
                <a:gd name="T84" fmla="*/ 47 w 291"/>
                <a:gd name="T85" fmla="*/ 96 h 291"/>
                <a:gd name="T86" fmla="*/ 74 w 291"/>
                <a:gd name="T87" fmla="*/ 86 h 291"/>
                <a:gd name="T88" fmla="*/ 67 w 291"/>
                <a:gd name="T89" fmla="*/ 146 h 291"/>
                <a:gd name="T90" fmla="*/ 74 w 291"/>
                <a:gd name="T91" fmla="*/ 206 h 291"/>
                <a:gd name="T92" fmla="*/ 31 w 291"/>
                <a:gd name="T93" fmla="*/ 184 h 291"/>
                <a:gd name="T94" fmla="*/ 184 w 291"/>
                <a:gd name="T95" fmla="*/ 260 h 291"/>
                <a:gd name="T96" fmla="*/ 146 w 291"/>
                <a:gd name="T97" fmla="*/ 283 h 291"/>
                <a:gd name="T98" fmla="*/ 111 w 291"/>
                <a:gd name="T99" fmla="*/ 265 h 291"/>
                <a:gd name="T100" fmla="*/ 86 w 291"/>
                <a:gd name="T101" fmla="*/ 218 h 291"/>
                <a:gd name="T102" fmla="*/ 146 w 291"/>
                <a:gd name="T103" fmla="*/ 225 h 291"/>
                <a:gd name="T104" fmla="*/ 206 w 291"/>
                <a:gd name="T105" fmla="*/ 218 h 291"/>
                <a:gd name="T106" fmla="*/ 184 w 291"/>
                <a:gd name="T107" fmla="*/ 26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1" h="291">
                  <a:moveTo>
                    <a:pt x="265" y="191"/>
                  </a:moveTo>
                  <a:cubicBezTo>
                    <a:pt x="282" y="178"/>
                    <a:pt x="291" y="162"/>
                    <a:pt x="291" y="146"/>
                  </a:cubicBezTo>
                  <a:cubicBezTo>
                    <a:pt x="291" y="131"/>
                    <a:pt x="284" y="117"/>
                    <a:pt x="271" y="105"/>
                  </a:cubicBezTo>
                  <a:cubicBezTo>
                    <a:pt x="257" y="93"/>
                    <a:pt x="238" y="83"/>
                    <a:pt x="215" y="76"/>
                  </a:cubicBezTo>
                  <a:cubicBezTo>
                    <a:pt x="209" y="56"/>
                    <a:pt x="201" y="39"/>
                    <a:pt x="191" y="26"/>
                  </a:cubicBezTo>
                  <a:cubicBezTo>
                    <a:pt x="178" y="9"/>
                    <a:pt x="162" y="0"/>
                    <a:pt x="146" y="0"/>
                  </a:cubicBezTo>
                  <a:cubicBezTo>
                    <a:pt x="124" y="0"/>
                    <a:pt x="104" y="15"/>
                    <a:pt x="89" y="44"/>
                  </a:cubicBezTo>
                  <a:cubicBezTo>
                    <a:pt x="84" y="54"/>
                    <a:pt x="80" y="65"/>
                    <a:pt x="76" y="76"/>
                  </a:cubicBezTo>
                  <a:cubicBezTo>
                    <a:pt x="64" y="80"/>
                    <a:pt x="53" y="84"/>
                    <a:pt x="44" y="89"/>
                  </a:cubicBezTo>
                  <a:cubicBezTo>
                    <a:pt x="15" y="104"/>
                    <a:pt x="0" y="124"/>
                    <a:pt x="0" y="146"/>
                  </a:cubicBezTo>
                  <a:cubicBezTo>
                    <a:pt x="0" y="162"/>
                    <a:pt x="9" y="178"/>
                    <a:pt x="26" y="191"/>
                  </a:cubicBezTo>
                  <a:cubicBezTo>
                    <a:pt x="39" y="201"/>
                    <a:pt x="56" y="209"/>
                    <a:pt x="76" y="215"/>
                  </a:cubicBezTo>
                  <a:cubicBezTo>
                    <a:pt x="83" y="238"/>
                    <a:pt x="92" y="257"/>
                    <a:pt x="105" y="271"/>
                  </a:cubicBezTo>
                  <a:cubicBezTo>
                    <a:pt x="117" y="284"/>
                    <a:pt x="131" y="291"/>
                    <a:pt x="146" y="291"/>
                  </a:cubicBezTo>
                  <a:cubicBezTo>
                    <a:pt x="162" y="291"/>
                    <a:pt x="178" y="282"/>
                    <a:pt x="191" y="265"/>
                  </a:cubicBezTo>
                  <a:cubicBezTo>
                    <a:pt x="201" y="252"/>
                    <a:pt x="209" y="235"/>
                    <a:pt x="215" y="215"/>
                  </a:cubicBezTo>
                  <a:cubicBezTo>
                    <a:pt x="235" y="209"/>
                    <a:pt x="252" y="201"/>
                    <a:pt x="265" y="191"/>
                  </a:cubicBezTo>
                  <a:close/>
                  <a:moveTo>
                    <a:pt x="265" y="111"/>
                  </a:moveTo>
                  <a:cubicBezTo>
                    <a:pt x="277" y="122"/>
                    <a:pt x="283" y="134"/>
                    <a:pt x="283" y="146"/>
                  </a:cubicBezTo>
                  <a:cubicBezTo>
                    <a:pt x="283" y="160"/>
                    <a:pt x="275" y="173"/>
                    <a:pt x="260" y="185"/>
                  </a:cubicBezTo>
                  <a:cubicBezTo>
                    <a:pt x="249" y="193"/>
                    <a:pt x="234" y="200"/>
                    <a:pt x="217" y="206"/>
                  </a:cubicBezTo>
                  <a:cubicBezTo>
                    <a:pt x="222" y="187"/>
                    <a:pt x="224" y="167"/>
                    <a:pt x="224" y="146"/>
                  </a:cubicBezTo>
                  <a:cubicBezTo>
                    <a:pt x="224" y="125"/>
                    <a:pt x="222" y="104"/>
                    <a:pt x="218" y="86"/>
                  </a:cubicBezTo>
                  <a:cubicBezTo>
                    <a:pt x="237" y="92"/>
                    <a:pt x="253" y="101"/>
                    <a:pt x="265" y="111"/>
                  </a:cubicBezTo>
                  <a:close/>
                  <a:moveTo>
                    <a:pt x="75" y="146"/>
                  </a:moveTo>
                  <a:cubicBezTo>
                    <a:pt x="75" y="124"/>
                    <a:pt x="78" y="102"/>
                    <a:pt x="83" y="83"/>
                  </a:cubicBezTo>
                  <a:cubicBezTo>
                    <a:pt x="102" y="78"/>
                    <a:pt x="123" y="75"/>
                    <a:pt x="146" y="75"/>
                  </a:cubicBezTo>
                  <a:cubicBezTo>
                    <a:pt x="168" y="75"/>
                    <a:pt x="189" y="78"/>
                    <a:pt x="208" y="83"/>
                  </a:cubicBezTo>
                  <a:cubicBezTo>
                    <a:pt x="213" y="102"/>
                    <a:pt x="216" y="124"/>
                    <a:pt x="216" y="146"/>
                  </a:cubicBezTo>
                  <a:cubicBezTo>
                    <a:pt x="216" y="168"/>
                    <a:pt x="213" y="189"/>
                    <a:pt x="208" y="208"/>
                  </a:cubicBezTo>
                  <a:cubicBezTo>
                    <a:pt x="189" y="213"/>
                    <a:pt x="168" y="216"/>
                    <a:pt x="146" y="216"/>
                  </a:cubicBezTo>
                  <a:cubicBezTo>
                    <a:pt x="123" y="216"/>
                    <a:pt x="102" y="213"/>
                    <a:pt x="83" y="208"/>
                  </a:cubicBezTo>
                  <a:cubicBezTo>
                    <a:pt x="78" y="189"/>
                    <a:pt x="75" y="168"/>
                    <a:pt x="75" y="146"/>
                  </a:cubicBezTo>
                  <a:close/>
                  <a:moveTo>
                    <a:pt x="96" y="48"/>
                  </a:moveTo>
                  <a:cubicBezTo>
                    <a:pt x="110" y="22"/>
                    <a:pt x="127" y="9"/>
                    <a:pt x="146" y="9"/>
                  </a:cubicBezTo>
                  <a:cubicBezTo>
                    <a:pt x="159" y="9"/>
                    <a:pt x="173" y="16"/>
                    <a:pt x="184" y="31"/>
                  </a:cubicBezTo>
                  <a:cubicBezTo>
                    <a:pt x="193" y="42"/>
                    <a:pt x="200" y="57"/>
                    <a:pt x="206" y="74"/>
                  </a:cubicBezTo>
                  <a:cubicBezTo>
                    <a:pt x="187" y="69"/>
                    <a:pt x="167" y="67"/>
                    <a:pt x="146" y="67"/>
                  </a:cubicBezTo>
                  <a:cubicBezTo>
                    <a:pt x="125" y="67"/>
                    <a:pt x="104" y="69"/>
                    <a:pt x="86" y="74"/>
                  </a:cubicBezTo>
                  <a:cubicBezTo>
                    <a:pt x="89" y="64"/>
                    <a:pt x="92" y="56"/>
                    <a:pt x="96" y="48"/>
                  </a:cubicBezTo>
                  <a:close/>
                  <a:moveTo>
                    <a:pt x="31" y="184"/>
                  </a:moveTo>
                  <a:cubicBezTo>
                    <a:pt x="16" y="173"/>
                    <a:pt x="8" y="159"/>
                    <a:pt x="8" y="146"/>
                  </a:cubicBezTo>
                  <a:cubicBezTo>
                    <a:pt x="8" y="127"/>
                    <a:pt x="22" y="110"/>
                    <a:pt x="47" y="96"/>
                  </a:cubicBezTo>
                  <a:cubicBezTo>
                    <a:pt x="55" y="92"/>
                    <a:pt x="64" y="89"/>
                    <a:pt x="74" y="86"/>
                  </a:cubicBezTo>
                  <a:cubicBezTo>
                    <a:pt x="69" y="104"/>
                    <a:pt x="67" y="125"/>
                    <a:pt x="67" y="146"/>
                  </a:cubicBezTo>
                  <a:cubicBezTo>
                    <a:pt x="67" y="167"/>
                    <a:pt x="69" y="187"/>
                    <a:pt x="74" y="206"/>
                  </a:cubicBezTo>
                  <a:cubicBezTo>
                    <a:pt x="57" y="200"/>
                    <a:pt x="42" y="193"/>
                    <a:pt x="31" y="184"/>
                  </a:cubicBezTo>
                  <a:close/>
                  <a:moveTo>
                    <a:pt x="184" y="260"/>
                  </a:moveTo>
                  <a:cubicBezTo>
                    <a:pt x="173" y="275"/>
                    <a:pt x="159" y="283"/>
                    <a:pt x="146" y="283"/>
                  </a:cubicBezTo>
                  <a:cubicBezTo>
                    <a:pt x="133" y="283"/>
                    <a:pt x="121" y="277"/>
                    <a:pt x="111" y="265"/>
                  </a:cubicBezTo>
                  <a:cubicBezTo>
                    <a:pt x="100" y="253"/>
                    <a:pt x="92" y="237"/>
                    <a:pt x="86" y="218"/>
                  </a:cubicBezTo>
                  <a:cubicBezTo>
                    <a:pt x="104" y="222"/>
                    <a:pt x="125" y="225"/>
                    <a:pt x="146" y="225"/>
                  </a:cubicBezTo>
                  <a:cubicBezTo>
                    <a:pt x="167" y="225"/>
                    <a:pt x="187" y="222"/>
                    <a:pt x="206" y="218"/>
                  </a:cubicBezTo>
                  <a:cubicBezTo>
                    <a:pt x="200" y="234"/>
                    <a:pt x="193" y="249"/>
                    <a:pt x="184" y="2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055387A-B994-423E-925D-A783E9D12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8" y="1730"/>
              <a:ext cx="81" cy="76"/>
            </a:xfrm>
            <a:custGeom>
              <a:avLst/>
              <a:gdLst>
                <a:gd name="T0" fmla="*/ 39 w 48"/>
                <a:gd name="T1" fmla="*/ 38 h 45"/>
                <a:gd name="T2" fmla="*/ 39 w 48"/>
                <a:gd name="T3" fmla="*/ 8 h 45"/>
                <a:gd name="T4" fmla="*/ 9 w 48"/>
                <a:gd name="T5" fmla="*/ 8 h 45"/>
                <a:gd name="T6" fmla="*/ 9 w 48"/>
                <a:gd name="T7" fmla="*/ 38 h 45"/>
                <a:gd name="T8" fmla="*/ 24 w 48"/>
                <a:gd name="T9" fmla="*/ 45 h 45"/>
                <a:gd name="T10" fmla="*/ 39 w 48"/>
                <a:gd name="T11" fmla="*/ 38 h 45"/>
                <a:gd name="T12" fmla="*/ 15 w 48"/>
                <a:gd name="T13" fmla="*/ 32 h 45"/>
                <a:gd name="T14" fmla="*/ 15 w 48"/>
                <a:gd name="T15" fmla="*/ 14 h 45"/>
                <a:gd name="T16" fmla="*/ 24 w 48"/>
                <a:gd name="T17" fmla="*/ 10 h 45"/>
                <a:gd name="T18" fmla="*/ 33 w 48"/>
                <a:gd name="T19" fmla="*/ 14 h 45"/>
                <a:gd name="T20" fmla="*/ 33 w 48"/>
                <a:gd name="T21" fmla="*/ 32 h 45"/>
                <a:gd name="T22" fmla="*/ 15 w 48"/>
                <a:gd name="T23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45">
                  <a:moveTo>
                    <a:pt x="39" y="38"/>
                  </a:moveTo>
                  <a:cubicBezTo>
                    <a:pt x="48" y="30"/>
                    <a:pt x="48" y="16"/>
                    <a:pt x="39" y="8"/>
                  </a:cubicBezTo>
                  <a:cubicBezTo>
                    <a:pt x="31" y="0"/>
                    <a:pt x="17" y="0"/>
                    <a:pt x="9" y="8"/>
                  </a:cubicBezTo>
                  <a:cubicBezTo>
                    <a:pt x="0" y="16"/>
                    <a:pt x="0" y="30"/>
                    <a:pt x="9" y="38"/>
                  </a:cubicBezTo>
                  <a:cubicBezTo>
                    <a:pt x="13" y="42"/>
                    <a:pt x="18" y="45"/>
                    <a:pt x="24" y="45"/>
                  </a:cubicBezTo>
                  <a:cubicBezTo>
                    <a:pt x="29" y="45"/>
                    <a:pt x="35" y="42"/>
                    <a:pt x="39" y="38"/>
                  </a:cubicBezTo>
                  <a:close/>
                  <a:moveTo>
                    <a:pt x="15" y="32"/>
                  </a:moveTo>
                  <a:cubicBezTo>
                    <a:pt x="10" y="27"/>
                    <a:pt x="10" y="19"/>
                    <a:pt x="15" y="14"/>
                  </a:cubicBezTo>
                  <a:cubicBezTo>
                    <a:pt x="17" y="12"/>
                    <a:pt x="20" y="10"/>
                    <a:pt x="24" y="10"/>
                  </a:cubicBezTo>
                  <a:cubicBezTo>
                    <a:pt x="27" y="10"/>
                    <a:pt x="31" y="12"/>
                    <a:pt x="33" y="14"/>
                  </a:cubicBezTo>
                  <a:cubicBezTo>
                    <a:pt x="38" y="19"/>
                    <a:pt x="38" y="27"/>
                    <a:pt x="33" y="32"/>
                  </a:cubicBezTo>
                  <a:cubicBezTo>
                    <a:pt x="28" y="38"/>
                    <a:pt x="20" y="38"/>
                    <a:pt x="15" y="3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EF2BD121-6141-4692-BBCD-C83B12CB6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524"/>
              <a:ext cx="82" cy="78"/>
            </a:xfrm>
            <a:custGeom>
              <a:avLst/>
              <a:gdLst>
                <a:gd name="T0" fmla="*/ 40 w 48"/>
                <a:gd name="T1" fmla="*/ 45 h 46"/>
                <a:gd name="T2" fmla="*/ 43 w 48"/>
                <a:gd name="T3" fmla="*/ 46 h 46"/>
                <a:gd name="T4" fmla="*/ 46 w 48"/>
                <a:gd name="T5" fmla="*/ 45 h 46"/>
                <a:gd name="T6" fmla="*/ 46 w 48"/>
                <a:gd name="T7" fmla="*/ 39 h 46"/>
                <a:gd name="T8" fmla="*/ 8 w 48"/>
                <a:gd name="T9" fmla="*/ 1 h 46"/>
                <a:gd name="T10" fmla="*/ 2 w 48"/>
                <a:gd name="T11" fmla="*/ 1 h 46"/>
                <a:gd name="T12" fmla="*/ 2 w 48"/>
                <a:gd name="T13" fmla="*/ 7 h 46"/>
                <a:gd name="T14" fmla="*/ 40 w 48"/>
                <a:gd name="T15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46">
                  <a:moveTo>
                    <a:pt x="40" y="45"/>
                  </a:moveTo>
                  <a:cubicBezTo>
                    <a:pt x="41" y="46"/>
                    <a:pt x="42" y="46"/>
                    <a:pt x="43" y="46"/>
                  </a:cubicBezTo>
                  <a:cubicBezTo>
                    <a:pt x="44" y="46"/>
                    <a:pt x="45" y="46"/>
                    <a:pt x="46" y="45"/>
                  </a:cubicBezTo>
                  <a:cubicBezTo>
                    <a:pt x="48" y="43"/>
                    <a:pt x="48" y="40"/>
                    <a:pt x="46" y="39"/>
                  </a:cubicBezTo>
                  <a:cubicBezTo>
                    <a:pt x="46" y="39"/>
                    <a:pt x="46" y="39"/>
                    <a:pt x="8" y="1"/>
                  </a:cubicBezTo>
                  <a:cubicBezTo>
                    <a:pt x="6" y="0"/>
                    <a:pt x="4" y="0"/>
                    <a:pt x="2" y="1"/>
                  </a:cubicBezTo>
                  <a:cubicBezTo>
                    <a:pt x="0" y="3"/>
                    <a:pt x="0" y="5"/>
                    <a:pt x="2" y="7"/>
                  </a:cubicBezTo>
                  <a:cubicBezTo>
                    <a:pt x="2" y="7"/>
                    <a:pt x="2" y="7"/>
                    <a:pt x="40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3075D8E2-ABD4-46D7-8ABB-BABFEEB1B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936"/>
              <a:ext cx="80" cy="78"/>
            </a:xfrm>
            <a:custGeom>
              <a:avLst/>
              <a:gdLst>
                <a:gd name="T0" fmla="*/ 8 w 47"/>
                <a:gd name="T1" fmla="*/ 1 h 46"/>
                <a:gd name="T2" fmla="*/ 2 w 47"/>
                <a:gd name="T3" fmla="*/ 1 h 46"/>
                <a:gd name="T4" fmla="*/ 2 w 47"/>
                <a:gd name="T5" fmla="*/ 7 h 46"/>
                <a:gd name="T6" fmla="*/ 40 w 47"/>
                <a:gd name="T7" fmla="*/ 45 h 46"/>
                <a:gd name="T8" fmla="*/ 43 w 47"/>
                <a:gd name="T9" fmla="*/ 46 h 46"/>
                <a:gd name="T10" fmla="*/ 46 w 47"/>
                <a:gd name="T11" fmla="*/ 45 h 46"/>
                <a:gd name="T12" fmla="*/ 46 w 47"/>
                <a:gd name="T13" fmla="*/ 39 h 46"/>
                <a:gd name="T14" fmla="*/ 8 w 47"/>
                <a:gd name="T15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6">
                  <a:moveTo>
                    <a:pt x="8" y="1"/>
                  </a:moveTo>
                  <a:cubicBezTo>
                    <a:pt x="6" y="0"/>
                    <a:pt x="4" y="0"/>
                    <a:pt x="2" y="1"/>
                  </a:cubicBezTo>
                  <a:cubicBezTo>
                    <a:pt x="0" y="3"/>
                    <a:pt x="0" y="5"/>
                    <a:pt x="2" y="7"/>
                  </a:cubicBezTo>
                  <a:cubicBezTo>
                    <a:pt x="2" y="7"/>
                    <a:pt x="2" y="7"/>
                    <a:pt x="40" y="45"/>
                  </a:cubicBezTo>
                  <a:cubicBezTo>
                    <a:pt x="41" y="45"/>
                    <a:pt x="42" y="46"/>
                    <a:pt x="43" y="46"/>
                  </a:cubicBezTo>
                  <a:cubicBezTo>
                    <a:pt x="44" y="46"/>
                    <a:pt x="45" y="45"/>
                    <a:pt x="46" y="45"/>
                  </a:cubicBezTo>
                  <a:cubicBezTo>
                    <a:pt x="47" y="43"/>
                    <a:pt x="47" y="40"/>
                    <a:pt x="46" y="39"/>
                  </a:cubicBezTo>
                  <a:cubicBezTo>
                    <a:pt x="46" y="39"/>
                    <a:pt x="46" y="39"/>
                    <a:pt x="8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9E2B8C10-CFD6-45CB-A7CC-5392BF8FC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936"/>
              <a:ext cx="82" cy="78"/>
            </a:xfrm>
            <a:custGeom>
              <a:avLst/>
              <a:gdLst>
                <a:gd name="T0" fmla="*/ 40 w 48"/>
                <a:gd name="T1" fmla="*/ 1 h 46"/>
                <a:gd name="T2" fmla="*/ 2 w 48"/>
                <a:gd name="T3" fmla="*/ 39 h 46"/>
                <a:gd name="T4" fmla="*/ 2 w 48"/>
                <a:gd name="T5" fmla="*/ 45 h 46"/>
                <a:gd name="T6" fmla="*/ 5 w 48"/>
                <a:gd name="T7" fmla="*/ 46 h 46"/>
                <a:gd name="T8" fmla="*/ 8 w 48"/>
                <a:gd name="T9" fmla="*/ 45 h 46"/>
                <a:gd name="T10" fmla="*/ 46 w 48"/>
                <a:gd name="T11" fmla="*/ 7 h 46"/>
                <a:gd name="T12" fmla="*/ 46 w 48"/>
                <a:gd name="T13" fmla="*/ 1 h 46"/>
                <a:gd name="T14" fmla="*/ 40 w 48"/>
                <a:gd name="T15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46">
                  <a:moveTo>
                    <a:pt x="40" y="1"/>
                  </a:moveTo>
                  <a:cubicBezTo>
                    <a:pt x="40" y="1"/>
                    <a:pt x="40" y="1"/>
                    <a:pt x="2" y="39"/>
                  </a:cubicBezTo>
                  <a:cubicBezTo>
                    <a:pt x="0" y="40"/>
                    <a:pt x="0" y="43"/>
                    <a:pt x="2" y="45"/>
                  </a:cubicBezTo>
                  <a:cubicBezTo>
                    <a:pt x="3" y="45"/>
                    <a:pt x="4" y="46"/>
                    <a:pt x="5" y="46"/>
                  </a:cubicBezTo>
                  <a:cubicBezTo>
                    <a:pt x="6" y="46"/>
                    <a:pt x="7" y="45"/>
                    <a:pt x="8" y="45"/>
                  </a:cubicBezTo>
                  <a:cubicBezTo>
                    <a:pt x="8" y="45"/>
                    <a:pt x="8" y="45"/>
                    <a:pt x="46" y="7"/>
                  </a:cubicBezTo>
                  <a:cubicBezTo>
                    <a:pt x="48" y="5"/>
                    <a:pt x="48" y="3"/>
                    <a:pt x="46" y="1"/>
                  </a:cubicBezTo>
                  <a:cubicBezTo>
                    <a:pt x="44" y="0"/>
                    <a:pt x="42" y="0"/>
                    <a:pt x="40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774D52AD-4BBF-4DA7-BBA7-79E2360F4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24"/>
              <a:ext cx="80" cy="78"/>
            </a:xfrm>
            <a:custGeom>
              <a:avLst/>
              <a:gdLst>
                <a:gd name="T0" fmla="*/ 5 w 47"/>
                <a:gd name="T1" fmla="*/ 46 h 46"/>
                <a:gd name="T2" fmla="*/ 8 w 47"/>
                <a:gd name="T3" fmla="*/ 45 h 46"/>
                <a:gd name="T4" fmla="*/ 46 w 47"/>
                <a:gd name="T5" fmla="*/ 7 h 46"/>
                <a:gd name="T6" fmla="*/ 46 w 47"/>
                <a:gd name="T7" fmla="*/ 1 h 46"/>
                <a:gd name="T8" fmla="*/ 40 w 47"/>
                <a:gd name="T9" fmla="*/ 1 h 46"/>
                <a:gd name="T10" fmla="*/ 2 w 47"/>
                <a:gd name="T11" fmla="*/ 39 h 46"/>
                <a:gd name="T12" fmla="*/ 2 w 47"/>
                <a:gd name="T13" fmla="*/ 45 h 46"/>
                <a:gd name="T14" fmla="*/ 5 w 47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6">
                  <a:moveTo>
                    <a:pt x="5" y="46"/>
                  </a:moveTo>
                  <a:cubicBezTo>
                    <a:pt x="6" y="46"/>
                    <a:pt x="7" y="46"/>
                    <a:pt x="8" y="45"/>
                  </a:cubicBezTo>
                  <a:cubicBezTo>
                    <a:pt x="8" y="45"/>
                    <a:pt x="8" y="45"/>
                    <a:pt x="46" y="7"/>
                  </a:cubicBezTo>
                  <a:cubicBezTo>
                    <a:pt x="47" y="5"/>
                    <a:pt x="47" y="3"/>
                    <a:pt x="46" y="1"/>
                  </a:cubicBezTo>
                  <a:cubicBezTo>
                    <a:pt x="44" y="0"/>
                    <a:pt x="42" y="0"/>
                    <a:pt x="40" y="1"/>
                  </a:cubicBezTo>
                  <a:cubicBezTo>
                    <a:pt x="40" y="1"/>
                    <a:pt x="40" y="1"/>
                    <a:pt x="2" y="39"/>
                  </a:cubicBezTo>
                  <a:cubicBezTo>
                    <a:pt x="0" y="40"/>
                    <a:pt x="0" y="43"/>
                    <a:pt x="2" y="45"/>
                  </a:cubicBezTo>
                  <a:cubicBezTo>
                    <a:pt x="3" y="46"/>
                    <a:pt x="4" y="46"/>
                    <a:pt x="5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55" name="Group 22">
            <a:extLst>
              <a:ext uri="{FF2B5EF4-FFF2-40B4-BE49-F238E27FC236}">
                <a16:creationId xmlns:a16="http://schemas.microsoft.com/office/drawing/2014/main" id="{BB1172C7-541C-4FE9-8063-592472864A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1256" y="1278703"/>
            <a:ext cx="686393" cy="643578"/>
            <a:chOff x="3157" y="1525"/>
            <a:chExt cx="513" cy="481"/>
          </a:xfrm>
          <a:solidFill>
            <a:srgbClr val="FBB034"/>
          </a:solidFill>
        </p:grpSpPr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2B4341B0-AC44-4244-96BF-75D7D350A1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7" y="1525"/>
              <a:ext cx="443" cy="477"/>
            </a:xfrm>
            <a:custGeom>
              <a:avLst/>
              <a:gdLst>
                <a:gd name="T0" fmla="*/ 218 w 284"/>
                <a:gd name="T1" fmla="*/ 123 h 306"/>
                <a:gd name="T2" fmla="*/ 236 w 284"/>
                <a:gd name="T3" fmla="*/ 17 h 306"/>
                <a:gd name="T4" fmla="*/ 276 w 284"/>
                <a:gd name="T5" fmla="*/ 55 h 306"/>
                <a:gd name="T6" fmla="*/ 282 w 284"/>
                <a:gd name="T7" fmla="*/ 55 h 306"/>
                <a:gd name="T8" fmla="*/ 282 w 284"/>
                <a:gd name="T9" fmla="*/ 49 h 306"/>
                <a:gd name="T10" fmla="*/ 235 w 284"/>
                <a:gd name="T11" fmla="*/ 4 h 306"/>
                <a:gd name="T12" fmla="*/ 233 w 284"/>
                <a:gd name="T13" fmla="*/ 2 h 306"/>
                <a:gd name="T14" fmla="*/ 231 w 284"/>
                <a:gd name="T15" fmla="*/ 0 h 306"/>
                <a:gd name="T16" fmla="*/ 228 w 284"/>
                <a:gd name="T17" fmla="*/ 3 h 306"/>
                <a:gd name="T18" fmla="*/ 228 w 284"/>
                <a:gd name="T19" fmla="*/ 3 h 306"/>
                <a:gd name="T20" fmla="*/ 182 w 284"/>
                <a:gd name="T21" fmla="*/ 50 h 306"/>
                <a:gd name="T22" fmla="*/ 182 w 284"/>
                <a:gd name="T23" fmla="*/ 56 h 306"/>
                <a:gd name="T24" fmla="*/ 185 w 284"/>
                <a:gd name="T25" fmla="*/ 57 h 306"/>
                <a:gd name="T26" fmla="*/ 188 w 284"/>
                <a:gd name="T27" fmla="*/ 56 h 306"/>
                <a:gd name="T28" fmla="*/ 228 w 284"/>
                <a:gd name="T29" fmla="*/ 16 h 306"/>
                <a:gd name="T30" fmla="*/ 100 w 284"/>
                <a:gd name="T31" fmla="*/ 220 h 306"/>
                <a:gd name="T32" fmla="*/ 100 w 284"/>
                <a:gd name="T33" fmla="*/ 220 h 306"/>
                <a:gd name="T34" fmla="*/ 55 w 284"/>
                <a:gd name="T35" fmla="*/ 197 h 306"/>
                <a:gd name="T36" fmla="*/ 54 w 284"/>
                <a:gd name="T37" fmla="*/ 197 h 306"/>
                <a:gd name="T38" fmla="*/ 16 w 284"/>
                <a:gd name="T39" fmla="*/ 213 h 306"/>
                <a:gd name="T40" fmla="*/ 0 w 284"/>
                <a:gd name="T41" fmla="*/ 252 h 306"/>
                <a:gd name="T42" fmla="*/ 17 w 284"/>
                <a:gd name="T43" fmla="*/ 291 h 306"/>
                <a:gd name="T44" fmla="*/ 55 w 284"/>
                <a:gd name="T45" fmla="*/ 306 h 306"/>
                <a:gd name="T46" fmla="*/ 56 w 284"/>
                <a:gd name="T47" fmla="*/ 306 h 306"/>
                <a:gd name="T48" fmla="*/ 94 w 284"/>
                <a:gd name="T49" fmla="*/ 290 h 306"/>
                <a:gd name="T50" fmla="*/ 110 w 284"/>
                <a:gd name="T51" fmla="*/ 251 h 306"/>
                <a:gd name="T52" fmla="*/ 104 w 284"/>
                <a:gd name="T53" fmla="*/ 227 h 306"/>
                <a:gd name="T54" fmla="*/ 104 w 284"/>
                <a:gd name="T55" fmla="*/ 227 h 306"/>
                <a:gd name="T56" fmla="*/ 218 w 284"/>
                <a:gd name="T57" fmla="*/ 123 h 306"/>
                <a:gd name="T58" fmla="*/ 88 w 284"/>
                <a:gd name="T59" fmla="*/ 284 h 306"/>
                <a:gd name="T60" fmla="*/ 56 w 284"/>
                <a:gd name="T61" fmla="*/ 298 h 306"/>
                <a:gd name="T62" fmla="*/ 23 w 284"/>
                <a:gd name="T63" fmla="*/ 285 h 306"/>
                <a:gd name="T64" fmla="*/ 9 w 284"/>
                <a:gd name="T65" fmla="*/ 252 h 306"/>
                <a:gd name="T66" fmla="*/ 22 w 284"/>
                <a:gd name="T67" fmla="*/ 219 h 306"/>
                <a:gd name="T68" fmla="*/ 54 w 284"/>
                <a:gd name="T69" fmla="*/ 206 h 306"/>
                <a:gd name="T70" fmla="*/ 55 w 284"/>
                <a:gd name="T71" fmla="*/ 206 h 306"/>
                <a:gd name="T72" fmla="*/ 101 w 284"/>
                <a:gd name="T73" fmla="*/ 251 h 306"/>
                <a:gd name="T74" fmla="*/ 88 w 284"/>
                <a:gd name="T75" fmla="*/ 284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4" h="306">
                  <a:moveTo>
                    <a:pt x="218" y="123"/>
                  </a:moveTo>
                  <a:cubicBezTo>
                    <a:pt x="236" y="86"/>
                    <a:pt x="238" y="48"/>
                    <a:pt x="236" y="17"/>
                  </a:cubicBezTo>
                  <a:cubicBezTo>
                    <a:pt x="242" y="22"/>
                    <a:pt x="253" y="32"/>
                    <a:pt x="276" y="55"/>
                  </a:cubicBezTo>
                  <a:cubicBezTo>
                    <a:pt x="278" y="56"/>
                    <a:pt x="280" y="56"/>
                    <a:pt x="282" y="55"/>
                  </a:cubicBezTo>
                  <a:cubicBezTo>
                    <a:pt x="284" y="53"/>
                    <a:pt x="284" y="51"/>
                    <a:pt x="282" y="49"/>
                  </a:cubicBezTo>
                  <a:cubicBezTo>
                    <a:pt x="282" y="49"/>
                    <a:pt x="282" y="49"/>
                    <a:pt x="235" y="4"/>
                  </a:cubicBezTo>
                  <a:cubicBezTo>
                    <a:pt x="234" y="3"/>
                    <a:pt x="234" y="3"/>
                    <a:pt x="233" y="2"/>
                  </a:cubicBezTo>
                  <a:cubicBezTo>
                    <a:pt x="233" y="2"/>
                    <a:pt x="232" y="1"/>
                    <a:pt x="231" y="0"/>
                  </a:cubicBezTo>
                  <a:cubicBezTo>
                    <a:pt x="231" y="0"/>
                    <a:pt x="231" y="0"/>
                    <a:pt x="228" y="3"/>
                  </a:cubicBezTo>
                  <a:cubicBezTo>
                    <a:pt x="228" y="3"/>
                    <a:pt x="228" y="3"/>
                    <a:pt x="228" y="3"/>
                  </a:cubicBezTo>
                  <a:cubicBezTo>
                    <a:pt x="223" y="8"/>
                    <a:pt x="212" y="20"/>
                    <a:pt x="182" y="50"/>
                  </a:cubicBezTo>
                  <a:cubicBezTo>
                    <a:pt x="180" y="52"/>
                    <a:pt x="180" y="54"/>
                    <a:pt x="182" y="56"/>
                  </a:cubicBezTo>
                  <a:cubicBezTo>
                    <a:pt x="183" y="57"/>
                    <a:pt x="184" y="57"/>
                    <a:pt x="185" y="57"/>
                  </a:cubicBezTo>
                  <a:cubicBezTo>
                    <a:pt x="186" y="57"/>
                    <a:pt x="187" y="57"/>
                    <a:pt x="188" y="56"/>
                  </a:cubicBezTo>
                  <a:cubicBezTo>
                    <a:pt x="188" y="56"/>
                    <a:pt x="188" y="56"/>
                    <a:pt x="228" y="16"/>
                  </a:cubicBezTo>
                  <a:cubicBezTo>
                    <a:pt x="231" y="87"/>
                    <a:pt x="215" y="161"/>
                    <a:pt x="100" y="220"/>
                  </a:cubicBezTo>
                  <a:cubicBezTo>
                    <a:pt x="100" y="220"/>
                    <a:pt x="100" y="220"/>
                    <a:pt x="100" y="220"/>
                  </a:cubicBezTo>
                  <a:cubicBezTo>
                    <a:pt x="90" y="206"/>
                    <a:pt x="74" y="197"/>
                    <a:pt x="55" y="197"/>
                  </a:cubicBezTo>
                  <a:cubicBezTo>
                    <a:pt x="55" y="197"/>
                    <a:pt x="55" y="197"/>
                    <a:pt x="54" y="197"/>
                  </a:cubicBezTo>
                  <a:cubicBezTo>
                    <a:pt x="40" y="197"/>
                    <a:pt x="26" y="203"/>
                    <a:pt x="16" y="213"/>
                  </a:cubicBezTo>
                  <a:cubicBezTo>
                    <a:pt x="6" y="224"/>
                    <a:pt x="0" y="238"/>
                    <a:pt x="0" y="252"/>
                  </a:cubicBezTo>
                  <a:cubicBezTo>
                    <a:pt x="0" y="267"/>
                    <a:pt x="6" y="280"/>
                    <a:pt x="17" y="291"/>
                  </a:cubicBezTo>
                  <a:cubicBezTo>
                    <a:pt x="27" y="300"/>
                    <a:pt x="41" y="306"/>
                    <a:pt x="55" y="306"/>
                  </a:cubicBezTo>
                  <a:cubicBezTo>
                    <a:pt x="56" y="306"/>
                    <a:pt x="56" y="306"/>
                    <a:pt x="56" y="306"/>
                  </a:cubicBezTo>
                  <a:cubicBezTo>
                    <a:pt x="70" y="306"/>
                    <a:pt x="84" y="300"/>
                    <a:pt x="94" y="290"/>
                  </a:cubicBezTo>
                  <a:cubicBezTo>
                    <a:pt x="105" y="279"/>
                    <a:pt x="110" y="266"/>
                    <a:pt x="110" y="251"/>
                  </a:cubicBezTo>
                  <a:cubicBezTo>
                    <a:pt x="110" y="242"/>
                    <a:pt x="108" y="234"/>
                    <a:pt x="104" y="227"/>
                  </a:cubicBezTo>
                  <a:cubicBezTo>
                    <a:pt x="104" y="227"/>
                    <a:pt x="104" y="227"/>
                    <a:pt x="104" y="227"/>
                  </a:cubicBezTo>
                  <a:cubicBezTo>
                    <a:pt x="160" y="198"/>
                    <a:pt x="198" y="164"/>
                    <a:pt x="218" y="123"/>
                  </a:cubicBezTo>
                  <a:close/>
                  <a:moveTo>
                    <a:pt x="88" y="284"/>
                  </a:moveTo>
                  <a:cubicBezTo>
                    <a:pt x="80" y="293"/>
                    <a:pt x="68" y="298"/>
                    <a:pt x="56" y="298"/>
                  </a:cubicBezTo>
                  <a:cubicBezTo>
                    <a:pt x="43" y="298"/>
                    <a:pt x="32" y="293"/>
                    <a:pt x="23" y="285"/>
                  </a:cubicBezTo>
                  <a:cubicBezTo>
                    <a:pt x="14" y="276"/>
                    <a:pt x="9" y="264"/>
                    <a:pt x="9" y="252"/>
                  </a:cubicBezTo>
                  <a:cubicBezTo>
                    <a:pt x="9" y="240"/>
                    <a:pt x="13" y="228"/>
                    <a:pt x="22" y="219"/>
                  </a:cubicBezTo>
                  <a:cubicBezTo>
                    <a:pt x="31" y="210"/>
                    <a:pt x="42" y="206"/>
                    <a:pt x="54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80" y="206"/>
                    <a:pt x="101" y="226"/>
                    <a:pt x="101" y="251"/>
                  </a:cubicBezTo>
                  <a:cubicBezTo>
                    <a:pt x="101" y="264"/>
                    <a:pt x="97" y="275"/>
                    <a:pt x="88" y="28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54BE9D27-F8DD-425B-87E9-DC5AC6A32B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0" y="1544"/>
              <a:ext cx="146" cy="146"/>
            </a:xfrm>
            <a:custGeom>
              <a:avLst/>
              <a:gdLst>
                <a:gd name="T0" fmla="*/ 146 w 146"/>
                <a:gd name="T1" fmla="*/ 0 h 146"/>
                <a:gd name="T2" fmla="*/ 0 w 146"/>
                <a:gd name="T3" fmla="*/ 0 h 146"/>
                <a:gd name="T4" fmla="*/ 0 w 146"/>
                <a:gd name="T5" fmla="*/ 146 h 146"/>
                <a:gd name="T6" fmla="*/ 146 w 146"/>
                <a:gd name="T7" fmla="*/ 146 h 146"/>
                <a:gd name="T8" fmla="*/ 146 w 146"/>
                <a:gd name="T9" fmla="*/ 0 h 146"/>
                <a:gd name="T10" fmla="*/ 134 w 146"/>
                <a:gd name="T11" fmla="*/ 134 h 146"/>
                <a:gd name="T12" fmla="*/ 12 w 146"/>
                <a:gd name="T13" fmla="*/ 134 h 146"/>
                <a:gd name="T14" fmla="*/ 12 w 146"/>
                <a:gd name="T15" fmla="*/ 12 h 146"/>
                <a:gd name="T16" fmla="*/ 134 w 146"/>
                <a:gd name="T17" fmla="*/ 12 h 146"/>
                <a:gd name="T18" fmla="*/ 134 w 146"/>
                <a:gd name="T19" fmla="*/ 13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6" h="146">
                  <a:moveTo>
                    <a:pt x="146" y="0"/>
                  </a:moveTo>
                  <a:lnTo>
                    <a:pt x="0" y="0"/>
                  </a:lnTo>
                  <a:lnTo>
                    <a:pt x="0" y="146"/>
                  </a:lnTo>
                  <a:lnTo>
                    <a:pt x="146" y="146"/>
                  </a:lnTo>
                  <a:lnTo>
                    <a:pt x="146" y="0"/>
                  </a:lnTo>
                  <a:close/>
                  <a:moveTo>
                    <a:pt x="134" y="134"/>
                  </a:moveTo>
                  <a:lnTo>
                    <a:pt x="12" y="134"/>
                  </a:lnTo>
                  <a:lnTo>
                    <a:pt x="12" y="12"/>
                  </a:lnTo>
                  <a:lnTo>
                    <a:pt x="134" y="12"/>
                  </a:lnTo>
                  <a:lnTo>
                    <a:pt x="134" y="1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E751209C-88E6-452E-8BB0-7C7007E71B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9" y="1834"/>
              <a:ext cx="221" cy="172"/>
            </a:xfrm>
            <a:custGeom>
              <a:avLst/>
              <a:gdLst>
                <a:gd name="T0" fmla="*/ 110 w 221"/>
                <a:gd name="T1" fmla="*/ 0 h 172"/>
                <a:gd name="T2" fmla="*/ 0 w 221"/>
                <a:gd name="T3" fmla="*/ 172 h 172"/>
                <a:gd name="T4" fmla="*/ 221 w 221"/>
                <a:gd name="T5" fmla="*/ 172 h 172"/>
                <a:gd name="T6" fmla="*/ 110 w 221"/>
                <a:gd name="T7" fmla="*/ 0 h 172"/>
                <a:gd name="T8" fmla="*/ 110 w 221"/>
                <a:gd name="T9" fmla="*/ 25 h 172"/>
                <a:gd name="T10" fmla="*/ 196 w 221"/>
                <a:gd name="T11" fmla="*/ 157 h 172"/>
                <a:gd name="T12" fmla="*/ 23 w 221"/>
                <a:gd name="T13" fmla="*/ 157 h 172"/>
                <a:gd name="T14" fmla="*/ 110 w 221"/>
                <a:gd name="T15" fmla="*/ 2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1" h="172">
                  <a:moveTo>
                    <a:pt x="110" y="0"/>
                  </a:moveTo>
                  <a:lnTo>
                    <a:pt x="0" y="172"/>
                  </a:lnTo>
                  <a:lnTo>
                    <a:pt x="221" y="172"/>
                  </a:lnTo>
                  <a:lnTo>
                    <a:pt x="110" y="0"/>
                  </a:lnTo>
                  <a:close/>
                  <a:moveTo>
                    <a:pt x="110" y="25"/>
                  </a:moveTo>
                  <a:lnTo>
                    <a:pt x="196" y="157"/>
                  </a:lnTo>
                  <a:lnTo>
                    <a:pt x="23" y="157"/>
                  </a:lnTo>
                  <a:lnTo>
                    <a:pt x="110" y="2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62" name="Group 28">
            <a:extLst>
              <a:ext uri="{FF2B5EF4-FFF2-40B4-BE49-F238E27FC236}">
                <a16:creationId xmlns:a16="http://schemas.microsoft.com/office/drawing/2014/main" id="{596CC977-EAD9-484B-AB6F-19E50BCB2D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15150" y="1278703"/>
            <a:ext cx="843837" cy="694421"/>
            <a:chOff x="4471" y="1484"/>
            <a:chExt cx="689" cy="567"/>
          </a:xfrm>
          <a:solidFill>
            <a:srgbClr val="FBB034"/>
          </a:solidFill>
        </p:grpSpPr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D3A7D1D6-B609-480E-8F07-6E98916FE6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1" y="1484"/>
              <a:ext cx="209" cy="272"/>
            </a:xfrm>
            <a:custGeom>
              <a:avLst/>
              <a:gdLst>
                <a:gd name="T0" fmla="*/ 63 w 127"/>
                <a:gd name="T1" fmla="*/ 0 h 165"/>
                <a:gd name="T2" fmla="*/ 19 w 127"/>
                <a:gd name="T3" fmla="*/ 18 h 165"/>
                <a:gd name="T4" fmla="*/ 0 w 127"/>
                <a:gd name="T5" fmla="*/ 63 h 165"/>
                <a:gd name="T6" fmla="*/ 53 w 127"/>
                <a:gd name="T7" fmla="*/ 160 h 165"/>
                <a:gd name="T8" fmla="*/ 63 w 127"/>
                <a:gd name="T9" fmla="*/ 165 h 165"/>
                <a:gd name="T10" fmla="*/ 74 w 127"/>
                <a:gd name="T11" fmla="*/ 160 h 165"/>
                <a:gd name="T12" fmla="*/ 127 w 127"/>
                <a:gd name="T13" fmla="*/ 63 h 165"/>
                <a:gd name="T14" fmla="*/ 63 w 127"/>
                <a:gd name="T15" fmla="*/ 0 h 165"/>
                <a:gd name="T16" fmla="*/ 67 w 127"/>
                <a:gd name="T17" fmla="*/ 155 h 165"/>
                <a:gd name="T18" fmla="*/ 63 w 127"/>
                <a:gd name="T19" fmla="*/ 157 h 165"/>
                <a:gd name="T20" fmla="*/ 60 w 127"/>
                <a:gd name="T21" fmla="*/ 155 h 165"/>
                <a:gd name="T22" fmla="*/ 9 w 127"/>
                <a:gd name="T23" fmla="*/ 63 h 165"/>
                <a:gd name="T24" fmla="*/ 25 w 127"/>
                <a:gd name="T25" fmla="*/ 24 h 165"/>
                <a:gd name="T26" fmla="*/ 63 w 127"/>
                <a:gd name="T27" fmla="*/ 8 h 165"/>
                <a:gd name="T28" fmla="*/ 118 w 127"/>
                <a:gd name="T29" fmla="*/ 63 h 165"/>
                <a:gd name="T30" fmla="*/ 67 w 127"/>
                <a:gd name="T31" fmla="*/ 15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" h="165">
                  <a:moveTo>
                    <a:pt x="63" y="0"/>
                  </a:moveTo>
                  <a:cubicBezTo>
                    <a:pt x="46" y="0"/>
                    <a:pt x="30" y="6"/>
                    <a:pt x="19" y="18"/>
                  </a:cubicBezTo>
                  <a:cubicBezTo>
                    <a:pt x="7" y="30"/>
                    <a:pt x="0" y="46"/>
                    <a:pt x="0" y="63"/>
                  </a:cubicBezTo>
                  <a:cubicBezTo>
                    <a:pt x="0" y="89"/>
                    <a:pt x="33" y="135"/>
                    <a:pt x="53" y="160"/>
                  </a:cubicBezTo>
                  <a:cubicBezTo>
                    <a:pt x="55" y="163"/>
                    <a:pt x="59" y="165"/>
                    <a:pt x="63" y="165"/>
                  </a:cubicBezTo>
                  <a:cubicBezTo>
                    <a:pt x="68" y="165"/>
                    <a:pt x="71" y="163"/>
                    <a:pt x="74" y="160"/>
                  </a:cubicBezTo>
                  <a:cubicBezTo>
                    <a:pt x="94" y="135"/>
                    <a:pt x="127" y="89"/>
                    <a:pt x="127" y="63"/>
                  </a:cubicBezTo>
                  <a:cubicBezTo>
                    <a:pt x="127" y="28"/>
                    <a:pt x="98" y="0"/>
                    <a:pt x="63" y="0"/>
                  </a:cubicBezTo>
                  <a:close/>
                  <a:moveTo>
                    <a:pt x="67" y="155"/>
                  </a:moveTo>
                  <a:cubicBezTo>
                    <a:pt x="66" y="156"/>
                    <a:pt x="65" y="157"/>
                    <a:pt x="63" y="157"/>
                  </a:cubicBezTo>
                  <a:cubicBezTo>
                    <a:pt x="62" y="157"/>
                    <a:pt x="61" y="156"/>
                    <a:pt x="60" y="155"/>
                  </a:cubicBezTo>
                  <a:cubicBezTo>
                    <a:pt x="47" y="140"/>
                    <a:pt x="9" y="88"/>
                    <a:pt x="9" y="63"/>
                  </a:cubicBezTo>
                  <a:cubicBezTo>
                    <a:pt x="9" y="48"/>
                    <a:pt x="14" y="34"/>
                    <a:pt x="25" y="24"/>
                  </a:cubicBezTo>
                  <a:cubicBezTo>
                    <a:pt x="35" y="14"/>
                    <a:pt x="49" y="8"/>
                    <a:pt x="63" y="8"/>
                  </a:cubicBezTo>
                  <a:cubicBezTo>
                    <a:pt x="94" y="8"/>
                    <a:pt x="118" y="33"/>
                    <a:pt x="118" y="63"/>
                  </a:cubicBezTo>
                  <a:cubicBezTo>
                    <a:pt x="118" y="80"/>
                    <a:pt x="99" y="114"/>
                    <a:pt x="67" y="15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47F725B6-4338-414B-86A9-CE0017821D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2" y="1543"/>
              <a:ext cx="86" cy="89"/>
            </a:xfrm>
            <a:custGeom>
              <a:avLst/>
              <a:gdLst>
                <a:gd name="T0" fmla="*/ 26 w 52"/>
                <a:gd name="T1" fmla="*/ 0 h 54"/>
                <a:gd name="T2" fmla="*/ 0 w 52"/>
                <a:gd name="T3" fmla="*/ 27 h 54"/>
                <a:gd name="T4" fmla="*/ 26 w 52"/>
                <a:gd name="T5" fmla="*/ 54 h 54"/>
                <a:gd name="T6" fmla="*/ 52 w 52"/>
                <a:gd name="T7" fmla="*/ 27 h 54"/>
                <a:gd name="T8" fmla="*/ 45 w 52"/>
                <a:gd name="T9" fmla="*/ 8 h 54"/>
                <a:gd name="T10" fmla="*/ 26 w 52"/>
                <a:gd name="T11" fmla="*/ 0 h 54"/>
                <a:gd name="T12" fmla="*/ 26 w 52"/>
                <a:gd name="T13" fmla="*/ 45 h 54"/>
                <a:gd name="T14" fmla="*/ 8 w 52"/>
                <a:gd name="T15" fmla="*/ 27 h 54"/>
                <a:gd name="T16" fmla="*/ 26 w 52"/>
                <a:gd name="T17" fmla="*/ 9 h 54"/>
                <a:gd name="T18" fmla="*/ 39 w 52"/>
                <a:gd name="T19" fmla="*/ 14 h 54"/>
                <a:gd name="T20" fmla="*/ 44 w 52"/>
                <a:gd name="T21" fmla="*/ 27 h 54"/>
                <a:gd name="T22" fmla="*/ 26 w 52"/>
                <a:gd name="T23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54">
                  <a:moveTo>
                    <a:pt x="26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41" y="54"/>
                    <a:pt x="52" y="42"/>
                    <a:pt x="52" y="27"/>
                  </a:cubicBezTo>
                  <a:cubicBezTo>
                    <a:pt x="52" y="20"/>
                    <a:pt x="50" y="13"/>
                    <a:pt x="45" y="8"/>
                  </a:cubicBezTo>
                  <a:cubicBezTo>
                    <a:pt x="40" y="3"/>
                    <a:pt x="33" y="0"/>
                    <a:pt x="26" y="0"/>
                  </a:cubicBezTo>
                  <a:close/>
                  <a:moveTo>
                    <a:pt x="26" y="45"/>
                  </a:moveTo>
                  <a:cubicBezTo>
                    <a:pt x="16" y="45"/>
                    <a:pt x="8" y="37"/>
                    <a:pt x="8" y="27"/>
                  </a:cubicBezTo>
                  <a:cubicBezTo>
                    <a:pt x="8" y="17"/>
                    <a:pt x="16" y="9"/>
                    <a:pt x="26" y="9"/>
                  </a:cubicBezTo>
                  <a:cubicBezTo>
                    <a:pt x="31" y="9"/>
                    <a:pt x="35" y="11"/>
                    <a:pt x="39" y="14"/>
                  </a:cubicBezTo>
                  <a:cubicBezTo>
                    <a:pt x="42" y="18"/>
                    <a:pt x="44" y="22"/>
                    <a:pt x="44" y="27"/>
                  </a:cubicBezTo>
                  <a:cubicBezTo>
                    <a:pt x="44" y="37"/>
                    <a:pt x="36" y="45"/>
                    <a:pt x="26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6AFACA0E-FBA1-455F-A93D-3AD6DC52C1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1" y="1660"/>
              <a:ext cx="276" cy="391"/>
            </a:xfrm>
            <a:custGeom>
              <a:avLst/>
              <a:gdLst>
                <a:gd name="T0" fmla="*/ 146 w 168"/>
                <a:gd name="T1" fmla="*/ 27 h 237"/>
                <a:gd name="T2" fmla="*/ 84 w 168"/>
                <a:gd name="T3" fmla="*/ 1 h 237"/>
                <a:gd name="T4" fmla="*/ 22 w 168"/>
                <a:gd name="T5" fmla="*/ 27 h 237"/>
                <a:gd name="T6" fmla="*/ 6 w 168"/>
                <a:gd name="T7" fmla="*/ 94 h 237"/>
                <a:gd name="T8" fmla="*/ 73 w 168"/>
                <a:gd name="T9" fmla="*/ 230 h 237"/>
                <a:gd name="T10" fmla="*/ 84 w 168"/>
                <a:gd name="T11" fmla="*/ 237 h 237"/>
                <a:gd name="T12" fmla="*/ 95 w 168"/>
                <a:gd name="T13" fmla="*/ 230 h 237"/>
                <a:gd name="T14" fmla="*/ 162 w 168"/>
                <a:gd name="T15" fmla="*/ 94 h 237"/>
                <a:gd name="T16" fmla="*/ 146 w 168"/>
                <a:gd name="T17" fmla="*/ 27 h 237"/>
                <a:gd name="T18" fmla="*/ 154 w 168"/>
                <a:gd name="T19" fmla="*/ 92 h 237"/>
                <a:gd name="T20" fmla="*/ 154 w 168"/>
                <a:gd name="T21" fmla="*/ 92 h 237"/>
                <a:gd name="T22" fmla="*/ 88 w 168"/>
                <a:gd name="T23" fmla="*/ 226 h 237"/>
                <a:gd name="T24" fmla="*/ 84 w 168"/>
                <a:gd name="T25" fmla="*/ 228 h 237"/>
                <a:gd name="T26" fmla="*/ 80 w 168"/>
                <a:gd name="T27" fmla="*/ 226 h 237"/>
                <a:gd name="T28" fmla="*/ 14 w 168"/>
                <a:gd name="T29" fmla="*/ 92 h 237"/>
                <a:gd name="T30" fmla="*/ 14 w 168"/>
                <a:gd name="T31" fmla="*/ 92 h 237"/>
                <a:gd name="T32" fmla="*/ 28 w 168"/>
                <a:gd name="T33" fmla="*/ 33 h 237"/>
                <a:gd name="T34" fmla="*/ 79 w 168"/>
                <a:gd name="T35" fmla="*/ 9 h 237"/>
                <a:gd name="T36" fmla="*/ 84 w 168"/>
                <a:gd name="T37" fmla="*/ 10 h 237"/>
                <a:gd name="T38" fmla="*/ 84 w 168"/>
                <a:gd name="T39" fmla="*/ 10 h 237"/>
                <a:gd name="T40" fmla="*/ 84 w 168"/>
                <a:gd name="T41" fmla="*/ 10 h 237"/>
                <a:gd name="T42" fmla="*/ 140 w 168"/>
                <a:gd name="T43" fmla="*/ 33 h 237"/>
                <a:gd name="T44" fmla="*/ 154 w 168"/>
                <a:gd name="T45" fmla="*/ 9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237">
                  <a:moveTo>
                    <a:pt x="146" y="27"/>
                  </a:moveTo>
                  <a:cubicBezTo>
                    <a:pt x="131" y="9"/>
                    <a:pt x="108" y="0"/>
                    <a:pt x="84" y="1"/>
                  </a:cubicBezTo>
                  <a:cubicBezTo>
                    <a:pt x="60" y="0"/>
                    <a:pt x="37" y="9"/>
                    <a:pt x="22" y="27"/>
                  </a:cubicBezTo>
                  <a:cubicBezTo>
                    <a:pt x="6" y="46"/>
                    <a:pt x="0" y="70"/>
                    <a:pt x="6" y="94"/>
                  </a:cubicBezTo>
                  <a:cubicBezTo>
                    <a:pt x="12" y="131"/>
                    <a:pt x="55" y="202"/>
                    <a:pt x="73" y="230"/>
                  </a:cubicBezTo>
                  <a:cubicBezTo>
                    <a:pt x="75" y="234"/>
                    <a:pt x="79" y="237"/>
                    <a:pt x="84" y="237"/>
                  </a:cubicBezTo>
                  <a:cubicBezTo>
                    <a:pt x="89" y="237"/>
                    <a:pt x="93" y="234"/>
                    <a:pt x="95" y="230"/>
                  </a:cubicBezTo>
                  <a:cubicBezTo>
                    <a:pt x="114" y="200"/>
                    <a:pt x="157" y="126"/>
                    <a:pt x="162" y="94"/>
                  </a:cubicBezTo>
                  <a:cubicBezTo>
                    <a:pt x="168" y="70"/>
                    <a:pt x="162" y="46"/>
                    <a:pt x="146" y="27"/>
                  </a:cubicBezTo>
                  <a:close/>
                  <a:moveTo>
                    <a:pt x="154" y="92"/>
                  </a:moveTo>
                  <a:cubicBezTo>
                    <a:pt x="154" y="92"/>
                    <a:pt x="154" y="92"/>
                    <a:pt x="154" y="92"/>
                  </a:cubicBezTo>
                  <a:cubicBezTo>
                    <a:pt x="149" y="123"/>
                    <a:pt x="106" y="196"/>
                    <a:pt x="88" y="226"/>
                  </a:cubicBezTo>
                  <a:cubicBezTo>
                    <a:pt x="87" y="228"/>
                    <a:pt x="86" y="228"/>
                    <a:pt x="84" y="228"/>
                  </a:cubicBezTo>
                  <a:cubicBezTo>
                    <a:pt x="82" y="228"/>
                    <a:pt x="81" y="228"/>
                    <a:pt x="80" y="226"/>
                  </a:cubicBezTo>
                  <a:cubicBezTo>
                    <a:pt x="62" y="198"/>
                    <a:pt x="21" y="128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9" y="71"/>
                    <a:pt x="14" y="49"/>
                    <a:pt x="28" y="33"/>
                  </a:cubicBezTo>
                  <a:cubicBezTo>
                    <a:pt x="41" y="18"/>
                    <a:pt x="60" y="9"/>
                    <a:pt x="79" y="9"/>
                  </a:cubicBezTo>
                  <a:cubicBezTo>
                    <a:pt x="80" y="9"/>
                    <a:pt x="82" y="9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106" y="8"/>
                    <a:pt x="127" y="17"/>
                    <a:pt x="140" y="33"/>
                  </a:cubicBezTo>
                  <a:cubicBezTo>
                    <a:pt x="154" y="49"/>
                    <a:pt x="159" y="71"/>
                    <a:pt x="154" y="9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740C1C47-FE08-4E54-93C0-F6597BCD9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1723"/>
              <a:ext cx="130" cy="125"/>
            </a:xfrm>
            <a:custGeom>
              <a:avLst/>
              <a:gdLst>
                <a:gd name="T0" fmla="*/ 41 w 79"/>
                <a:gd name="T1" fmla="*/ 0 h 76"/>
                <a:gd name="T2" fmla="*/ 6 w 79"/>
                <a:gd name="T3" fmla="*/ 23 h 76"/>
                <a:gd name="T4" fmla="*/ 14 w 79"/>
                <a:gd name="T5" fmla="*/ 64 h 76"/>
                <a:gd name="T6" fmla="*/ 41 w 79"/>
                <a:gd name="T7" fmla="*/ 76 h 76"/>
                <a:gd name="T8" fmla="*/ 55 w 79"/>
                <a:gd name="T9" fmla="*/ 73 h 76"/>
                <a:gd name="T10" fmla="*/ 79 w 79"/>
                <a:gd name="T11" fmla="*/ 38 h 76"/>
                <a:gd name="T12" fmla="*/ 41 w 79"/>
                <a:gd name="T13" fmla="*/ 0 h 76"/>
                <a:gd name="T14" fmla="*/ 52 w 79"/>
                <a:gd name="T15" fmla="*/ 65 h 76"/>
                <a:gd name="T16" fmla="*/ 20 w 79"/>
                <a:gd name="T17" fmla="*/ 59 h 76"/>
                <a:gd name="T18" fmla="*/ 14 w 79"/>
                <a:gd name="T19" fmla="*/ 26 h 76"/>
                <a:gd name="T20" fmla="*/ 41 w 79"/>
                <a:gd name="T21" fmla="*/ 8 h 76"/>
                <a:gd name="T22" fmla="*/ 71 w 79"/>
                <a:gd name="T23" fmla="*/ 38 h 76"/>
                <a:gd name="T24" fmla="*/ 52 w 79"/>
                <a:gd name="T25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" h="76">
                  <a:moveTo>
                    <a:pt x="41" y="0"/>
                  </a:moveTo>
                  <a:cubicBezTo>
                    <a:pt x="26" y="0"/>
                    <a:pt x="12" y="9"/>
                    <a:pt x="6" y="23"/>
                  </a:cubicBezTo>
                  <a:cubicBezTo>
                    <a:pt x="0" y="37"/>
                    <a:pt x="3" y="54"/>
                    <a:pt x="14" y="64"/>
                  </a:cubicBezTo>
                  <a:cubicBezTo>
                    <a:pt x="22" y="72"/>
                    <a:pt x="31" y="76"/>
                    <a:pt x="41" y="76"/>
                  </a:cubicBezTo>
                  <a:cubicBezTo>
                    <a:pt x="46" y="76"/>
                    <a:pt x="51" y="75"/>
                    <a:pt x="55" y="73"/>
                  </a:cubicBezTo>
                  <a:cubicBezTo>
                    <a:pt x="70" y="67"/>
                    <a:pt x="79" y="53"/>
                    <a:pt x="79" y="38"/>
                  </a:cubicBezTo>
                  <a:cubicBezTo>
                    <a:pt x="79" y="17"/>
                    <a:pt x="62" y="0"/>
                    <a:pt x="41" y="0"/>
                  </a:cubicBezTo>
                  <a:close/>
                  <a:moveTo>
                    <a:pt x="52" y="65"/>
                  </a:moveTo>
                  <a:cubicBezTo>
                    <a:pt x="41" y="70"/>
                    <a:pt x="29" y="67"/>
                    <a:pt x="20" y="59"/>
                  </a:cubicBezTo>
                  <a:cubicBezTo>
                    <a:pt x="12" y="50"/>
                    <a:pt x="9" y="37"/>
                    <a:pt x="14" y="26"/>
                  </a:cubicBezTo>
                  <a:cubicBezTo>
                    <a:pt x="18" y="15"/>
                    <a:pt x="29" y="8"/>
                    <a:pt x="41" y="8"/>
                  </a:cubicBezTo>
                  <a:cubicBezTo>
                    <a:pt x="57" y="8"/>
                    <a:pt x="71" y="21"/>
                    <a:pt x="71" y="38"/>
                  </a:cubicBezTo>
                  <a:cubicBezTo>
                    <a:pt x="71" y="50"/>
                    <a:pt x="63" y="60"/>
                    <a:pt x="52" y="6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E6356648-C995-4FC7-BF42-58EA022BB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1797"/>
              <a:ext cx="358" cy="237"/>
            </a:xfrm>
            <a:custGeom>
              <a:avLst/>
              <a:gdLst>
                <a:gd name="T0" fmla="*/ 210 w 218"/>
                <a:gd name="T1" fmla="*/ 1 h 144"/>
                <a:gd name="T2" fmla="*/ 3 w 218"/>
                <a:gd name="T3" fmla="*/ 136 h 144"/>
                <a:gd name="T4" fmla="*/ 2 w 218"/>
                <a:gd name="T5" fmla="*/ 142 h 144"/>
                <a:gd name="T6" fmla="*/ 5 w 218"/>
                <a:gd name="T7" fmla="*/ 144 h 144"/>
                <a:gd name="T8" fmla="*/ 8 w 218"/>
                <a:gd name="T9" fmla="*/ 143 h 144"/>
                <a:gd name="T10" fmla="*/ 215 w 218"/>
                <a:gd name="T11" fmla="*/ 8 h 144"/>
                <a:gd name="T12" fmla="*/ 216 w 218"/>
                <a:gd name="T13" fmla="*/ 2 h 144"/>
                <a:gd name="T14" fmla="*/ 210 w 218"/>
                <a:gd name="T15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8" h="144">
                  <a:moveTo>
                    <a:pt x="210" y="1"/>
                  </a:moveTo>
                  <a:cubicBezTo>
                    <a:pt x="210" y="1"/>
                    <a:pt x="210" y="1"/>
                    <a:pt x="3" y="136"/>
                  </a:cubicBezTo>
                  <a:cubicBezTo>
                    <a:pt x="1" y="138"/>
                    <a:pt x="0" y="140"/>
                    <a:pt x="2" y="142"/>
                  </a:cubicBezTo>
                  <a:cubicBezTo>
                    <a:pt x="2" y="143"/>
                    <a:pt x="4" y="144"/>
                    <a:pt x="5" y="144"/>
                  </a:cubicBezTo>
                  <a:cubicBezTo>
                    <a:pt x="6" y="144"/>
                    <a:pt x="7" y="144"/>
                    <a:pt x="8" y="143"/>
                  </a:cubicBezTo>
                  <a:cubicBezTo>
                    <a:pt x="8" y="143"/>
                    <a:pt x="8" y="143"/>
                    <a:pt x="215" y="8"/>
                  </a:cubicBezTo>
                  <a:cubicBezTo>
                    <a:pt x="217" y="7"/>
                    <a:pt x="218" y="4"/>
                    <a:pt x="216" y="2"/>
                  </a:cubicBezTo>
                  <a:cubicBezTo>
                    <a:pt x="215" y="0"/>
                    <a:pt x="212" y="0"/>
                    <a:pt x="210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415432">
                <a:defRPr/>
              </a:pPr>
              <a:endParaRPr lang="en-US" sz="1227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3" name="object 4">
            <a:extLst>
              <a:ext uri="{FF2B5EF4-FFF2-40B4-BE49-F238E27FC236}">
                <a16:creationId xmlns:a16="http://schemas.microsoft.com/office/drawing/2014/main" id="{E4D7737F-44BC-408D-BE28-1EE86CA41523}"/>
              </a:ext>
            </a:extLst>
          </p:cNvPr>
          <p:cNvSpPr txBox="1"/>
          <p:nvPr/>
        </p:nvSpPr>
        <p:spPr>
          <a:xfrm>
            <a:off x="489023" y="2156480"/>
            <a:ext cx="1855700" cy="15500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3" defTabSz="415432">
              <a:spcAft>
                <a:spcPts val="501"/>
              </a:spcAft>
              <a:defRPr/>
            </a:pPr>
            <a:r>
              <a:rPr sz="1600" b="1" spc="9">
                <a:solidFill>
                  <a:srgbClr val="FBB034"/>
                </a:solidFill>
                <a:latin typeface="Calibri"/>
                <a:cs typeface="Calibri"/>
              </a:rPr>
              <a:t>In</a:t>
            </a:r>
            <a:r>
              <a:rPr sz="1600" b="1" spc="-19">
                <a:solidFill>
                  <a:srgbClr val="FBB034"/>
                </a:solidFill>
                <a:latin typeface="Calibri"/>
                <a:cs typeface="Calibri"/>
              </a:rPr>
              <a:t> </a:t>
            </a:r>
            <a:r>
              <a:rPr sz="1600" b="1" spc="9">
                <a:solidFill>
                  <a:srgbClr val="FBB034"/>
                </a:solidFill>
                <a:latin typeface="Calibri"/>
                <a:cs typeface="Calibri"/>
              </a:rPr>
              <a:t>it</a:t>
            </a:r>
            <a:r>
              <a:rPr sz="1600" b="1" spc="-15">
                <a:solidFill>
                  <a:srgbClr val="FBB034"/>
                </a:solidFill>
                <a:latin typeface="Calibri"/>
                <a:cs typeface="Calibri"/>
              </a:rPr>
              <a:t> </a:t>
            </a:r>
            <a:r>
              <a:rPr sz="1600" b="1" spc="-4">
                <a:solidFill>
                  <a:srgbClr val="FBB034"/>
                </a:solidFill>
                <a:latin typeface="Calibri"/>
                <a:cs typeface="Calibri"/>
              </a:rPr>
              <a:t>for</a:t>
            </a:r>
            <a:r>
              <a:rPr sz="1600" b="1" spc="-15">
                <a:solidFill>
                  <a:srgbClr val="FBB034"/>
                </a:solidFill>
                <a:latin typeface="Calibri"/>
                <a:cs typeface="Calibri"/>
              </a:rPr>
              <a:t> </a:t>
            </a:r>
            <a:r>
              <a:rPr sz="1600" b="1" spc="9">
                <a:solidFill>
                  <a:srgbClr val="FBB034"/>
                </a:solidFill>
                <a:latin typeface="Calibri"/>
                <a:cs typeface="Calibri"/>
              </a:rPr>
              <a:t>good</a:t>
            </a:r>
            <a:r>
              <a:rPr lang="en-US" sz="1600" b="1" spc="9">
                <a:solidFill>
                  <a:srgbClr val="FBB034"/>
                </a:solidFill>
                <a:latin typeface="Calibri"/>
                <a:cs typeface="Calibri"/>
              </a:rPr>
              <a:t>.</a:t>
            </a:r>
          </a:p>
          <a:p>
            <a:pPr marL="9523" defTabSz="415432">
              <a:defRPr/>
            </a:pPr>
            <a:r>
              <a:rPr lang="en-US" sz="110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take a long-term view, building relationships that endure, leading to mutual growth and sustainable outcomes.</a:t>
            </a:r>
            <a:endParaRPr sz="2000" b="1">
              <a:solidFill>
                <a:srgbClr val="FBB034"/>
              </a:solidFill>
              <a:latin typeface="Calibri"/>
              <a:cs typeface="Calibri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A9894F5-B079-39C9-726B-5A7B71E30686}"/>
              </a:ext>
            </a:extLst>
          </p:cNvPr>
          <p:cNvSpPr txBox="1"/>
          <p:nvPr/>
        </p:nvSpPr>
        <p:spPr>
          <a:xfrm>
            <a:off x="2592442" y="2156480"/>
            <a:ext cx="1855700" cy="15500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3" defTabSz="415432">
              <a:spcAft>
                <a:spcPts val="501"/>
              </a:spcAft>
              <a:defRPr/>
            </a:pPr>
            <a:r>
              <a:rPr lang="en-US" sz="1600" b="1" spc="9">
                <a:solidFill>
                  <a:srgbClr val="FBB034"/>
                </a:solidFill>
                <a:latin typeface="Calibri"/>
                <a:cs typeface="Calibri"/>
              </a:rPr>
              <a:t>Bring everything.</a:t>
            </a:r>
          </a:p>
          <a:p>
            <a:pPr marL="9523" defTabSz="415432">
              <a:defRPr/>
            </a:pPr>
            <a:r>
              <a:rPr lang="en-US" sz="110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When you are out to change your world, you need a partner who can combine every resource in their armory with an utter determination to succeed. Ideas magnified and value multiplied, at global scale.</a:t>
            </a:r>
            <a:endParaRPr lang="en-US" sz="2000" b="1">
              <a:solidFill>
                <a:srgbClr val="FBB034"/>
              </a:solidFill>
              <a:latin typeface="Calibri"/>
              <a:cs typeface="Calibri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674E5555-8AA7-A24B-A1F6-11163425B422}"/>
              </a:ext>
            </a:extLst>
          </p:cNvPr>
          <p:cNvSpPr txBox="1"/>
          <p:nvPr/>
        </p:nvSpPr>
        <p:spPr>
          <a:xfrm>
            <a:off x="4695861" y="2156480"/>
            <a:ext cx="1855700" cy="15500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3" defTabSz="415432">
              <a:spcAft>
                <a:spcPts val="501"/>
              </a:spcAft>
              <a:defRPr/>
            </a:pPr>
            <a:r>
              <a:rPr lang="en-US" sz="1600" b="1" spc="9">
                <a:solidFill>
                  <a:srgbClr val="FBB034"/>
                </a:solidFill>
                <a:latin typeface="Calibri"/>
                <a:cs typeface="Calibri"/>
              </a:rPr>
              <a:t>Know-how.</a:t>
            </a:r>
          </a:p>
          <a:p>
            <a:pPr marL="9523" defTabSz="415432">
              <a:defRPr/>
            </a:pPr>
            <a:r>
              <a:rPr lang="en-US" sz="110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TCS, you experience certainty. We are a knowledge network of the smartest minds and practitioners who apply concept to context for real outcomes.</a:t>
            </a:r>
            <a:endParaRPr sz="2000" b="1">
              <a:solidFill>
                <a:srgbClr val="FBB034"/>
              </a:solidFill>
              <a:latin typeface="Calibri"/>
              <a:cs typeface="Calibri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C356D759-9004-7330-5AC5-101A1CF84662}"/>
              </a:ext>
            </a:extLst>
          </p:cNvPr>
          <p:cNvSpPr txBox="1"/>
          <p:nvPr/>
        </p:nvSpPr>
        <p:spPr>
          <a:xfrm>
            <a:off x="6799279" y="2156480"/>
            <a:ext cx="1855700" cy="15500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3" defTabSz="415432">
              <a:spcAft>
                <a:spcPts val="501"/>
              </a:spcAft>
              <a:defRPr/>
            </a:pPr>
            <a:r>
              <a:rPr lang="en-US" sz="1600" b="1" spc="9">
                <a:solidFill>
                  <a:srgbClr val="FBB034"/>
                </a:solidFill>
                <a:latin typeface="Calibri"/>
                <a:cs typeface="Calibri"/>
              </a:rPr>
              <a:t>Master the journey.</a:t>
            </a:r>
          </a:p>
          <a:p>
            <a:pPr marL="9523" defTabSz="415432">
              <a:defRPr/>
            </a:pPr>
            <a:r>
              <a:rPr lang="en-US" sz="110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Along with certainty, you also need partners who can deal with</a:t>
            </a:r>
          </a:p>
          <a:p>
            <a:pPr marL="9523" defTabSz="415432">
              <a:defRPr/>
            </a:pPr>
            <a:r>
              <a:rPr lang="en-US" sz="110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uncertainty. We provide the agility and continuity you need to navigate perpetual change.</a:t>
            </a:r>
            <a:endParaRPr sz="2000" b="1">
              <a:solidFill>
                <a:srgbClr val="FBB034"/>
              </a:solidFill>
              <a:latin typeface="Calibri"/>
              <a:cs typeface="Calibri"/>
            </a:endParaRP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F3535492-8F16-DF4C-8C93-FC6211B45FF1}"/>
              </a:ext>
            </a:extLst>
          </p:cNvPr>
          <p:cNvSpPr txBox="1">
            <a:spLocks/>
          </p:cNvSpPr>
          <p:nvPr/>
        </p:nvSpPr>
        <p:spPr>
          <a:xfrm>
            <a:off x="1009010" y="3994474"/>
            <a:ext cx="7125981" cy="289050"/>
          </a:xfrm>
          <a:prstGeom prst="rect">
            <a:avLst/>
          </a:prstGeom>
        </p:spPr>
        <p:txBody>
          <a:bodyPr vert="horz" wrap="square" lIns="0" tIns="12062" rIns="0" bIns="0" rtlCol="0" anchor="ctr">
            <a:spAutoFit/>
          </a:bodyPr>
          <a:lstStyle>
            <a:lvl1pPr>
              <a:defRPr lang="en-US" sz="2200" b="1" i="0" spc="2" dirty="0" smtClean="0">
                <a:solidFill>
                  <a:srgbClr val="F4F3F9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26">
              <a:spcBef>
                <a:spcPts val="50"/>
              </a:spcBef>
              <a:defRPr/>
            </a:pPr>
            <a:r>
              <a:rPr lang="en-US" sz="1799" b="0" kern="0">
                <a:latin typeface="Calibri" panose="020F0502020204030204"/>
              </a:rPr>
              <a:t>Digital transformation requires a </a:t>
            </a:r>
            <a:r>
              <a:rPr lang="en-US" sz="1799" b="0" kern="0">
                <a:solidFill>
                  <a:srgbClr val="4E84C4"/>
                </a:solidFill>
                <a:latin typeface="Calibri" panose="020F0502020204030204"/>
              </a:rPr>
              <a:t>holistic approach </a:t>
            </a:r>
            <a:r>
              <a:rPr lang="en-US" sz="1799" b="0" kern="0">
                <a:latin typeface="Calibri" panose="020F0502020204030204"/>
              </a:rPr>
              <a:t>with </a:t>
            </a:r>
            <a:r>
              <a:rPr lang="en-US" sz="1799" b="0" kern="0">
                <a:solidFill>
                  <a:srgbClr val="4E84C4"/>
                </a:solidFill>
                <a:latin typeface="Calibri" panose="020F0502020204030204"/>
              </a:rPr>
              <a:t>intelligent</a:t>
            </a:r>
            <a:r>
              <a:rPr lang="en-US" sz="1799" b="0" kern="0">
                <a:latin typeface="Calibri" panose="020F0502020204030204"/>
              </a:rPr>
              <a:t> solutions</a:t>
            </a:r>
          </a:p>
        </p:txBody>
      </p:sp>
    </p:spTree>
    <p:extLst>
      <p:ext uri="{BB962C8B-B14F-4D97-AF65-F5344CB8AC3E}">
        <p14:creationId xmlns:p14="http://schemas.microsoft.com/office/powerpoint/2010/main" val="3516841688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_2024">
      <a:dk1>
        <a:srgbClr val="1E2323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E59EDD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-2024" id="{8A7F9969-85D3-4184-B996-5D27477911FD}" vid="{A7CD2C03-AFDD-44A3-9763-45C163FF4701}"/>
    </a:ext>
  </a:extLst>
</a:theme>
</file>

<file path=ppt/theme/theme2.xml><?xml version="1.0" encoding="utf-8"?>
<a:theme xmlns:a="http://schemas.openxmlformats.org/drawingml/2006/main" name="2_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3.xml><?xml version="1.0" encoding="utf-8"?>
<a:theme xmlns:a="http://schemas.openxmlformats.org/drawingml/2006/main" name="2_Content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4BF61064C77B4281440BCA754A4A73" ma:contentTypeVersion="11" ma:contentTypeDescription="Create a new document." ma:contentTypeScope="" ma:versionID="b652f4a56a86ee7e558de6a310ccca8d">
  <xsd:schema xmlns:xsd="http://www.w3.org/2001/XMLSchema" xmlns:xs="http://www.w3.org/2001/XMLSchema" xmlns:p="http://schemas.microsoft.com/office/2006/metadata/properties" xmlns:ns3="b116c8c1-fab9-4037-864f-b655639e470f" xmlns:ns4="64d77baf-4b39-4728-ada0-01575130885c" targetNamespace="http://schemas.microsoft.com/office/2006/metadata/properties" ma:root="true" ma:fieldsID="fb0f20e7619a2cee616c43e962179c68" ns3:_="" ns4:_="">
    <xsd:import namespace="b116c8c1-fab9-4037-864f-b655639e470f"/>
    <xsd:import namespace="64d77baf-4b39-4728-ada0-01575130885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6c8c1-fab9-4037-864f-b655639e47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77baf-4b39-4728-ada0-0157513088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E74A6-F0EB-4907-BFD9-5CD8720BCC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502C56-8A72-46DB-BADC-EFC89015C43B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b116c8c1-fab9-4037-864f-b655639e470f"/>
    <ds:schemaRef ds:uri="64d77baf-4b39-4728-ada0-01575130885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9CA246B-EFA8-45C7-AB3A-71C801965C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16c8c1-fab9-4037-864f-b655639e470f"/>
    <ds:schemaRef ds:uri="64d77baf-4b39-4728-ada0-015751308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48175</TotalTime>
  <Words>706</Words>
  <Application>Microsoft Office PowerPoint</Application>
  <PresentationFormat>On-screen Show (16:9)</PresentationFormat>
  <Paragraphs>124</Paragraphs>
  <Slides>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Concourse T3</vt:lpstr>
      <vt:lpstr>Courier New</vt:lpstr>
      <vt:lpstr>Myriad Pro</vt:lpstr>
      <vt:lpstr>Segoe UI Light</vt:lpstr>
      <vt:lpstr>Symbol</vt:lpstr>
      <vt:lpstr>Tw Cen MT</vt:lpstr>
      <vt:lpstr>Wingdings</vt:lpstr>
      <vt:lpstr>Content Slide_White</vt:lpstr>
      <vt:lpstr>2_Title Slide_Black Blue 1</vt:lpstr>
      <vt:lpstr>2_Content Slide_Black</vt:lpstr>
      <vt:lpstr>1_Content Slide_White</vt:lpstr>
      <vt:lpstr>Gen AI Enabled Green Coding Solution</vt:lpstr>
      <vt:lpstr>Idea – Green IT Across Tech Value Chain</vt:lpstr>
      <vt:lpstr>Solution Approach – Option1</vt:lpstr>
      <vt:lpstr>PowerPoint Presentation</vt:lpstr>
      <vt:lpstr>PowerPoint Presentation</vt:lpstr>
      <vt:lpstr>The TCS commitment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Rahul  Jangra</cp:lastModifiedBy>
  <cp:revision>1814</cp:revision>
  <dcterms:created xsi:type="dcterms:W3CDTF">2015-09-29T05:13:53Z</dcterms:created>
  <dcterms:modified xsi:type="dcterms:W3CDTF">2025-05-30T05:35:16Z</dcterms:modified>
  <cp:contentStatus>TCS-2024 Theme Applied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0x010100F64BF61064C77B4281440BCA754A4A73</vt:lpwstr>
  </property>
</Properties>
</file>